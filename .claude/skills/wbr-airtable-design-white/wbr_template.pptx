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y="5143500" cx="9144000"/>
  <p:notesSz cx="5143500" cy="9144000"/>
  <p:embeddedFontLst>
    <p:embeddedFont>
      <p:font typeface="Century Gothic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5760">
          <p15:clr>
            <a:srgbClr val="A4A3A4"/>
          </p15:clr>
        </p15:guide>
        <p15:guide id="3">
          <p15:clr>
            <a:srgbClr val="747775"/>
          </p15:clr>
        </p15:guide>
        <p15:guide id="4" pos="3515">
          <p15:clr>
            <a:srgbClr val="747775"/>
          </p15:clr>
        </p15:guide>
        <p15:guide id="5" pos="2880">
          <p15:clr>
            <a:srgbClr val="747775"/>
          </p15:clr>
        </p15:guide>
        <p15:guide id="6" pos="113">
          <p15:clr>
            <a:srgbClr val="747775"/>
          </p15:clr>
        </p15:guide>
        <p15:guide id="7" pos="5647">
          <p15:clr>
            <a:srgbClr val="747775"/>
          </p15:clr>
        </p15:guide>
        <p15:guide id="8" orient="horz" pos="567">
          <p15:clr>
            <a:srgbClr val="747775"/>
          </p15:clr>
        </p15:guide>
        <p15:guide id="9" orient="horz" pos="2673">
          <p15:clr>
            <a:srgbClr val="747775"/>
          </p15:clr>
        </p15:guide>
        <p15:guide id="10" pos="3628">
          <p15:clr>
            <a:srgbClr val="747775"/>
          </p15:clr>
        </p15:guide>
      </p15:sldGuideLst>
    </p:ext>
    <p:ext uri="GoogleSlidesCustomDataVersion2">
      <go:slidesCustomData xmlns:go="http://customooxmlschemas.google.com/" r:id="rId32" roundtripDataSignature="AMtx7mhUTw4v8MkuTcYD1FFTFTFCadfK8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1508A8C-3D6C-4854-AF50-C2E8CE608607}">
  <a:tblStyle styleId="{51508A8C-3D6C-4854-AF50-C2E8CE608607}" styleName="Table_0">
    <a:wholeTbl>
      <a:tcTxStyle b="off" i="off">
        <a:font>
          <a:latin typeface="Aptos Light"/>
          <a:ea typeface="Aptos Light"/>
          <a:cs typeface="Aptos Light"/>
        </a:font>
        <a:srgbClr val="000000"/>
      </a:tcTxStyle>
      <a:tcStyle>
        <a:tcBdr>
          <a:left>
            <a:ln cap="flat" cmpd="sng" w="12700">
              <a:solidFill>
                <a:srgbClr val="F2F2F2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F2F2F2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F2F2F2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F2F2F2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F2F2F2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F2F2F2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E8E6"/>
          </a:solidFill>
        </a:fill>
      </a:tcStyle>
    </a:wholeTbl>
    <a:band1H>
      <a:tcTxStyle b="off" i="off"/>
      <a:tcStyle>
        <a:fill>
          <a:solidFill>
            <a:srgbClr val="FFCDCA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FFCDCA"/>
          </a:solidFill>
        </a:fill>
      </a:tcStyle>
    </a:band1V>
    <a:band2V>
      <a:tcTxStyle b="off" i="off"/>
    </a:band2V>
    <a:lastCol>
      <a:tcTxStyle b="on" i="off">
        <a:font>
          <a:latin typeface="Aptos Light"/>
          <a:ea typeface="Aptos Light"/>
          <a:cs typeface="Aptos Light"/>
        </a:font>
        <a:srgbClr val="F2F2F2"/>
      </a:tcTxStyle>
      <a:tcStyle>
        <a:fill>
          <a:solidFill>
            <a:srgbClr val="FF4200"/>
          </a:solidFill>
        </a:fill>
      </a:tcStyle>
    </a:lastCol>
    <a:firstCol>
      <a:tcTxStyle b="on" i="off">
        <a:font>
          <a:latin typeface="Aptos Light"/>
          <a:ea typeface="Aptos Light"/>
          <a:cs typeface="Aptos Light"/>
        </a:font>
        <a:srgbClr val="F2F2F2"/>
      </a:tcTxStyle>
      <a:tcStyle>
        <a:fill>
          <a:solidFill>
            <a:srgbClr val="FF4200"/>
          </a:solidFill>
        </a:fill>
      </a:tcStyle>
    </a:firstCol>
    <a:lastRow>
      <a:tcTxStyle b="on" i="off">
        <a:font>
          <a:latin typeface="Aptos Light"/>
          <a:ea typeface="Aptos Light"/>
          <a:cs typeface="Aptos Light"/>
        </a:font>
        <a:srgbClr val="F2F2F2"/>
      </a:tcTxStyle>
      <a:tcStyle>
        <a:tcBdr>
          <a:top>
            <a:ln cap="flat" cmpd="sng" w="38100">
              <a:solidFill>
                <a:srgbClr val="F2F2F2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rgbClr val="FF4200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Aptos Light"/>
          <a:ea typeface="Aptos Light"/>
          <a:cs typeface="Aptos Light"/>
        </a:font>
        <a:srgbClr val="F2F2F2"/>
      </a:tcTxStyle>
      <a:tcStyle>
        <a:tcBdr>
          <a:bottom>
            <a:ln cap="flat" cmpd="sng" w="38100">
              <a:solidFill>
                <a:srgbClr val="F2F2F2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rgbClr val="FF4200"/>
          </a:solidFill>
        </a:fill>
      </a:tcStyle>
    </a:firstRow>
    <a:neCell>
      <a:tcTxStyle b="off" i="off"/>
    </a:neCell>
    <a:nwCell>
      <a:tcTxStyle b="off" i="off"/>
    </a:nwCell>
  </a:tblStyle>
  <a:tblStyle styleId="{BC5FE7B5-D642-4143-A32E-DBEB07F958B2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5760"/>
        <p:guide/>
        <p:guide pos="3515"/>
        <p:guide pos="2880"/>
        <p:guide pos="113"/>
        <p:guide pos="5647"/>
        <p:guide pos="567" orient="horz"/>
        <p:guide pos="2673" orient="horz"/>
        <p:guide pos="3628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font" Target="fonts/CenturyGothic-regular.fntdata"/><Relationship Id="rId29" Type="http://schemas.openxmlformats.org/officeDocument/2006/relationships/font" Target="fonts/CenturyGothic-bold.fntdata"/><Relationship Id="rId30" Type="http://schemas.openxmlformats.org/officeDocument/2006/relationships/font" Target="fonts/CenturyGothic-italic.fntdata"/><Relationship Id="rId31" Type="http://schemas.openxmlformats.org/officeDocument/2006/relationships/font" Target="fonts/CenturyGothic-boldItalic.fntdata"/><Relationship Id="rId32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22885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2913063" y="0"/>
            <a:ext cx="222885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-17145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22885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fr-F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:notes"/>
          <p:cNvSpPr/>
          <p:nvPr>
            <p:ph idx="2" type="sldImg"/>
          </p:nvPr>
        </p:nvSpPr>
        <p:spPr>
          <a:xfrm>
            <a:off x="-17145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p1:notes"/>
          <p:cNvSpPr txBox="1"/>
          <p:nvPr>
            <p:ph idx="1" type="body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9" name="Google Shape;89;p1:notes"/>
          <p:cNvSpPr txBox="1"/>
          <p:nvPr>
            <p:ph idx="12" type="sldNum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/>
          <p:nvPr>
            <p:ph idx="2" type="sldImg"/>
          </p:nvPr>
        </p:nvSpPr>
        <p:spPr>
          <a:xfrm>
            <a:off x="-17145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" name="Google Shape;96;p2:notes"/>
          <p:cNvSpPr txBox="1"/>
          <p:nvPr>
            <p:ph idx="1" type="body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7" name="Google Shape;97;p2:notes"/>
          <p:cNvSpPr txBox="1"/>
          <p:nvPr>
            <p:ph idx="12" type="sldNum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:notes"/>
          <p:cNvSpPr/>
          <p:nvPr>
            <p:ph idx="2" type="sldImg"/>
          </p:nvPr>
        </p:nvSpPr>
        <p:spPr>
          <a:xfrm>
            <a:off x="-17145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" name="Google Shape;116;p3:notes"/>
          <p:cNvSpPr txBox="1"/>
          <p:nvPr>
            <p:ph idx="1" type="body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7" name="Google Shape;117;p3:notes"/>
          <p:cNvSpPr txBox="1"/>
          <p:nvPr>
            <p:ph idx="12" type="sldNum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:notes"/>
          <p:cNvSpPr/>
          <p:nvPr>
            <p:ph idx="2" type="sldImg"/>
          </p:nvPr>
        </p:nvSpPr>
        <p:spPr>
          <a:xfrm>
            <a:off x="-17145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p4:notes"/>
          <p:cNvSpPr txBox="1"/>
          <p:nvPr>
            <p:ph idx="1" type="body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6" name="Google Shape;126;p4:notes"/>
          <p:cNvSpPr txBox="1"/>
          <p:nvPr>
            <p:ph idx="12" type="sldNum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5:notes"/>
          <p:cNvSpPr/>
          <p:nvPr>
            <p:ph idx="2" type="sldImg"/>
          </p:nvPr>
        </p:nvSpPr>
        <p:spPr>
          <a:xfrm>
            <a:off x="-17145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" name="Google Shape;134;p5:notes"/>
          <p:cNvSpPr txBox="1"/>
          <p:nvPr>
            <p:ph idx="1" type="body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5" name="Google Shape;135;p5:notes"/>
          <p:cNvSpPr txBox="1"/>
          <p:nvPr>
            <p:ph idx="12" type="sldNum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6:notes"/>
          <p:cNvSpPr/>
          <p:nvPr>
            <p:ph idx="2" type="sldImg"/>
          </p:nvPr>
        </p:nvSpPr>
        <p:spPr>
          <a:xfrm>
            <a:off x="-17145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p6:notes"/>
          <p:cNvSpPr txBox="1"/>
          <p:nvPr>
            <p:ph idx="1" type="body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6" name="Google Shape;146;p6:notes"/>
          <p:cNvSpPr txBox="1"/>
          <p:nvPr>
            <p:ph idx="12" type="sldNum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f018f59a0f_0_33:notes"/>
          <p:cNvSpPr/>
          <p:nvPr>
            <p:ph idx="2" type="sldImg"/>
          </p:nvPr>
        </p:nvSpPr>
        <p:spPr>
          <a:xfrm>
            <a:off x="-17145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4" name="Google Shape;154;g3f018f59a0f_0_33:notes"/>
          <p:cNvSpPr txBox="1"/>
          <p:nvPr>
            <p:ph idx="1" type="body"/>
          </p:nvPr>
        </p:nvSpPr>
        <p:spPr>
          <a:xfrm>
            <a:off x="514350" y="4400550"/>
            <a:ext cx="41148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5" name="Google Shape;155;g3f018f59a0f_0_33:notes"/>
          <p:cNvSpPr txBox="1"/>
          <p:nvPr>
            <p:ph idx="12" type="sldNum"/>
          </p:nvPr>
        </p:nvSpPr>
        <p:spPr>
          <a:xfrm>
            <a:off x="2913063" y="8685213"/>
            <a:ext cx="22290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8:notes"/>
          <p:cNvSpPr/>
          <p:nvPr>
            <p:ph idx="2" type="sldImg"/>
          </p:nvPr>
        </p:nvSpPr>
        <p:spPr>
          <a:xfrm>
            <a:off x="-17145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3" name="Google Shape;163;p8:notes"/>
          <p:cNvSpPr txBox="1"/>
          <p:nvPr>
            <p:ph idx="1" type="body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4" name="Google Shape;164;p8:notes"/>
          <p:cNvSpPr txBox="1"/>
          <p:nvPr>
            <p:ph idx="12" type="sldNum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9:notes"/>
          <p:cNvSpPr/>
          <p:nvPr>
            <p:ph idx="2" type="sldImg"/>
          </p:nvPr>
        </p:nvSpPr>
        <p:spPr>
          <a:xfrm>
            <a:off x="-17145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p9:notes"/>
          <p:cNvSpPr txBox="1"/>
          <p:nvPr>
            <p:ph idx="1" type="body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4" name="Google Shape;174;p9:notes"/>
          <p:cNvSpPr txBox="1"/>
          <p:nvPr>
            <p:ph idx="12" type="sldNum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0:notes"/>
          <p:cNvSpPr/>
          <p:nvPr>
            <p:ph idx="2" type="sldImg"/>
          </p:nvPr>
        </p:nvSpPr>
        <p:spPr>
          <a:xfrm>
            <a:off x="-17145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3" name="Google Shape;183;p10:notes"/>
          <p:cNvSpPr txBox="1"/>
          <p:nvPr>
            <p:ph idx="1" type="body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4" name="Google Shape;184;p10:notes"/>
          <p:cNvSpPr txBox="1"/>
          <p:nvPr>
            <p:ph idx="12" type="sldNum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1:notes"/>
          <p:cNvSpPr/>
          <p:nvPr>
            <p:ph idx="2" type="sldImg"/>
          </p:nvPr>
        </p:nvSpPr>
        <p:spPr>
          <a:xfrm>
            <a:off x="-17145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2" name="Google Shape;192;p11:notes"/>
          <p:cNvSpPr txBox="1"/>
          <p:nvPr>
            <p:ph idx="1" type="body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3" name="Google Shape;193;p11:notes"/>
          <p:cNvSpPr txBox="1"/>
          <p:nvPr>
            <p:ph idx="12" type="sldNum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2:notes"/>
          <p:cNvSpPr/>
          <p:nvPr>
            <p:ph idx="2" type="sldImg"/>
          </p:nvPr>
        </p:nvSpPr>
        <p:spPr>
          <a:xfrm>
            <a:off x="-17145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7" name="Google Shape;207;p12:notes"/>
          <p:cNvSpPr txBox="1"/>
          <p:nvPr>
            <p:ph idx="1" type="body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8" name="Google Shape;208;p12:notes"/>
          <p:cNvSpPr txBox="1"/>
          <p:nvPr>
            <p:ph idx="12" type="sldNum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7:notes"/>
          <p:cNvSpPr txBox="1"/>
          <p:nvPr>
            <p:ph idx="1" type="body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7:notes"/>
          <p:cNvSpPr/>
          <p:nvPr>
            <p:ph idx="2" type="sldImg"/>
          </p:nvPr>
        </p:nvSpPr>
        <p:spPr>
          <a:xfrm>
            <a:off x="-17145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3:notes"/>
          <p:cNvSpPr txBox="1"/>
          <p:nvPr>
            <p:ph idx="1" type="body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3:notes"/>
          <p:cNvSpPr/>
          <p:nvPr>
            <p:ph idx="2" type="sldImg"/>
          </p:nvPr>
        </p:nvSpPr>
        <p:spPr>
          <a:xfrm>
            <a:off x="-17145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4:notes"/>
          <p:cNvSpPr txBox="1"/>
          <p:nvPr>
            <p:ph idx="1" type="body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4:notes"/>
          <p:cNvSpPr/>
          <p:nvPr>
            <p:ph idx="2" type="sldImg"/>
          </p:nvPr>
        </p:nvSpPr>
        <p:spPr>
          <a:xfrm>
            <a:off x="-17145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5:notes"/>
          <p:cNvSpPr txBox="1"/>
          <p:nvPr>
            <p:ph idx="1" type="body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5:notes"/>
          <p:cNvSpPr/>
          <p:nvPr>
            <p:ph idx="2" type="sldImg"/>
          </p:nvPr>
        </p:nvSpPr>
        <p:spPr>
          <a:xfrm>
            <a:off x="-17145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6:notes"/>
          <p:cNvSpPr txBox="1"/>
          <p:nvPr>
            <p:ph idx="1" type="body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6:notes"/>
          <p:cNvSpPr/>
          <p:nvPr>
            <p:ph idx="2" type="sldImg"/>
          </p:nvPr>
        </p:nvSpPr>
        <p:spPr>
          <a:xfrm>
            <a:off x="-17145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7:notes"/>
          <p:cNvSpPr txBox="1"/>
          <p:nvPr>
            <p:ph idx="1" type="body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7:notes"/>
          <p:cNvSpPr/>
          <p:nvPr>
            <p:ph idx="2" type="sldImg"/>
          </p:nvPr>
        </p:nvSpPr>
        <p:spPr>
          <a:xfrm>
            <a:off x="-17145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8:notes"/>
          <p:cNvSpPr txBox="1"/>
          <p:nvPr>
            <p:ph idx="1" type="body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18:notes"/>
          <p:cNvSpPr/>
          <p:nvPr>
            <p:ph idx="2" type="sldImg"/>
          </p:nvPr>
        </p:nvSpPr>
        <p:spPr>
          <a:xfrm>
            <a:off x="-17145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9:notes"/>
          <p:cNvSpPr txBox="1"/>
          <p:nvPr>
            <p:ph idx="1" type="body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19:notes"/>
          <p:cNvSpPr/>
          <p:nvPr>
            <p:ph idx="2" type="sldImg"/>
          </p:nvPr>
        </p:nvSpPr>
        <p:spPr>
          <a:xfrm>
            <a:off x="-17145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0:notes"/>
          <p:cNvSpPr txBox="1"/>
          <p:nvPr>
            <p:ph idx="1" type="body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20:notes"/>
          <p:cNvSpPr/>
          <p:nvPr>
            <p:ph idx="2" type="sldImg"/>
          </p:nvPr>
        </p:nvSpPr>
        <p:spPr>
          <a:xfrm>
            <a:off x="-17145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e de titre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4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Century Gothic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4"/>
          <p:cNvSpPr txBox="1"/>
          <p:nvPr>
            <p:ph idx="1" type="subTitle"/>
          </p:nvPr>
        </p:nvSpPr>
        <p:spPr>
          <a:xfrm>
            <a:off x="1143000" y="2701528"/>
            <a:ext cx="6858000" cy="12418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20" name="Google Shape;20;p24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et contenu" type="obj">
  <p:cSld name="OBJEC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5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25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5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de section" type="secHead">
  <p:cSld name="SECTION_HEADER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6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Century Gothic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6"/>
          <p:cNvSpPr txBox="1"/>
          <p:nvPr>
            <p:ph idx="1" type="body"/>
          </p:nvPr>
        </p:nvSpPr>
        <p:spPr>
          <a:xfrm>
            <a:off x="623888" y="3442098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F5F5F5"/>
              </a:buClr>
              <a:buSzPts val="1800"/>
              <a:buNone/>
              <a:defRPr sz="1800">
                <a:solidFill>
                  <a:srgbClr val="F5F5F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F5F5F5"/>
              </a:buClr>
              <a:buSzPts val="1500"/>
              <a:buNone/>
              <a:defRPr sz="1500">
                <a:solidFill>
                  <a:srgbClr val="F5F5F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F5F5F5"/>
              </a:buClr>
              <a:buSzPts val="1350"/>
              <a:buNone/>
              <a:defRPr sz="1350">
                <a:solidFill>
                  <a:srgbClr val="F5F5F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F5F5F5"/>
              </a:buClr>
              <a:buSzPts val="1200"/>
              <a:buNone/>
              <a:defRPr sz="1200">
                <a:solidFill>
                  <a:srgbClr val="F5F5F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F5F5F5"/>
              </a:buClr>
              <a:buSzPts val="1200"/>
              <a:buNone/>
              <a:defRPr sz="1200">
                <a:solidFill>
                  <a:srgbClr val="F5F5F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F5F5F5"/>
              </a:buClr>
              <a:buSzPts val="1200"/>
              <a:buNone/>
              <a:defRPr sz="1200">
                <a:solidFill>
                  <a:srgbClr val="F5F5F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F5F5F5"/>
              </a:buClr>
              <a:buSzPts val="1200"/>
              <a:buNone/>
              <a:defRPr sz="1200">
                <a:solidFill>
                  <a:srgbClr val="F5F5F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F5F5F5"/>
              </a:buClr>
              <a:buSzPts val="1200"/>
              <a:buNone/>
              <a:defRPr sz="1200">
                <a:solidFill>
                  <a:srgbClr val="F5F5F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F5F5F5"/>
              </a:buClr>
              <a:buSzPts val="1200"/>
              <a:buNone/>
              <a:defRPr sz="1200">
                <a:solidFill>
                  <a:srgbClr val="F5F5F5"/>
                </a:solidFill>
              </a:defRPr>
            </a:lvl9pPr>
          </a:lstStyle>
          <a:p/>
        </p:txBody>
      </p:sp>
      <p:sp>
        <p:nvSpPr>
          <p:cNvPr id="32" name="Google Shape;32;p2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6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6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ux contenus" type="twoObj">
  <p:cSld name="TWO_OBJECTS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7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27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27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9" name="Google Shape;39;p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27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ison" type="twoTxTwoObj">
  <p:cSld name="TWO_OBJECTS_WITH_TEX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8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8"/>
          <p:cNvSpPr txBox="1"/>
          <p:nvPr>
            <p:ph idx="1" type="body"/>
          </p:nvPr>
        </p:nvSpPr>
        <p:spPr>
          <a:xfrm>
            <a:off x="629842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5" name="Google Shape;45;p28"/>
          <p:cNvSpPr txBox="1"/>
          <p:nvPr>
            <p:ph idx="2" type="body"/>
          </p:nvPr>
        </p:nvSpPr>
        <p:spPr>
          <a:xfrm>
            <a:off x="629842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2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7" name="Google Shape;47;p28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28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2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seul" type="titleOnly">
  <p:cSld name="TITLE_ONLY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2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9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9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ide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3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30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30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u avec légende" type="objTx">
  <p:cSld name="OBJECT_WITH_CAPTION_TEX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1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entury Gothic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31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63" name="Google Shape;63;p31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4" name="Google Shape;64;p3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3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1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avec légende" type="picTx">
  <p:cSld name="PICTURE_WITH_CAPTION_TEXT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2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entury Gothic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32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32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71" name="Google Shape;71;p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et texte vertical" type="vertTx">
  <p:cSld name="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3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3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vertical et texte" type="vertTitleAndTx">
  <p:cSld name="VERTICAL_TITLE_AND_VERTICAL_TEXT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34"/>
          <p:cNvSpPr txBox="1"/>
          <p:nvPr>
            <p:ph type="title"/>
          </p:nvPr>
        </p:nvSpPr>
        <p:spPr>
          <a:xfrm rot="5400000">
            <a:off x="5350073" y="1467446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34"/>
          <p:cNvSpPr txBox="1"/>
          <p:nvPr>
            <p:ph idx="1" type="body"/>
          </p:nvPr>
        </p:nvSpPr>
        <p:spPr>
          <a:xfrm rot="5400000">
            <a:off x="1349573" y="-447079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3" name="Google Shape;83;p34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3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2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Century Gothic"/>
              <a:buNone/>
              <a:defRPr b="0" i="0" sz="33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2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2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2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5F5F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  <p:pic>
        <p:nvPicPr>
          <p:cNvPr descr="preencoded.png" id="15" name="Google Shape;15;p22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8482014" y="4910138"/>
            <a:ext cx="470436" cy="10664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1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7.png"/><Relationship Id="rId5" Type="http://schemas.openxmlformats.org/officeDocument/2006/relationships/image" Target="../media/image2.png"/><Relationship Id="rId6" Type="http://schemas.openxmlformats.org/officeDocument/2006/relationships/image" Target="../media/image1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13.png"/><Relationship Id="rId5" Type="http://schemas.openxmlformats.org/officeDocument/2006/relationships/image" Target="../media/image1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12.png"/><Relationship Id="rId5" Type="http://schemas.openxmlformats.org/officeDocument/2006/relationships/image" Target="../media/image2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22.png"/><Relationship Id="rId8" Type="http://schemas.openxmlformats.org/officeDocument/2006/relationships/image" Target="../media/image23.png"/><Relationship Id="rId9" Type="http://schemas.openxmlformats.org/officeDocument/2006/relationships/image" Target="../media/image2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5" Type="http://schemas.openxmlformats.org/officeDocument/2006/relationships/image" Target="../media/image1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5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5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5" Type="http://schemas.openxmlformats.org/officeDocument/2006/relationships/image" Target="../media/image1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Relationship Id="rId4" Type="http://schemas.openxmlformats.org/officeDocument/2006/relationships/image" Target="../media/image9.png"/><Relationship Id="rId5" Type="http://schemas.openxmlformats.org/officeDocument/2006/relationships/image" Target="../media/image17.png"/><Relationship Id="rId6" Type="http://schemas.openxmlformats.org/officeDocument/2006/relationships/image" Target="../media/image2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91" name="bg_cover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72075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cover_title"/>
          <p:cNvSpPr/>
          <p:nvPr/>
        </p:nvSpPr>
        <p:spPr>
          <a:xfrm>
            <a:off x="609600" y="2835563"/>
            <a:ext cx="7028873" cy="102578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76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50"/>
              <a:buFont typeface="Arial"/>
              <a:buNone/>
            </a:pPr>
            <a:r>
              <a:rPr b="0" i="0" lang="fr-FR" sz="4950" u="none" cap="none" strike="noStrik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Business Review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76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50"/>
              <a:buFont typeface="Arial"/>
              <a:buNone/>
            </a:pPr>
            <a:r>
              <a:rPr b="0" i="0" lang="fr-FR" sz="4950" u="none" cap="none" strike="noStrik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{{VILLE_UPPER}}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76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50"/>
              <a:buFont typeface="Arial"/>
              <a:buNone/>
            </a:pPr>
            <a:r>
              <a:rPr b="0" i="0" lang="fr-FR" sz="4950" u="none" cap="none" strike="noStrik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{{DATE_MERCREDI}}</a:t>
            </a:r>
            <a:endParaRPr b="0" i="0" sz="495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descr="preencoded.png" id="93" name="logo_lotchi_bi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" y="1800225"/>
            <a:ext cx="1924886" cy="4363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"/>
          <p:cNvSpPr/>
          <p:nvPr/>
        </p:nvSpPr>
        <p:spPr>
          <a:xfrm>
            <a:off x="3057113" y="1829298"/>
            <a:ext cx="799660" cy="666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988"/>
              <a:buFont typeface="Century Gothic"/>
              <a:buNone/>
            </a:pPr>
            <a:r>
              <a:rPr b="0" i="0" lang="fr-FR" sz="4988" u="none" cap="none" strike="noStrik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01</a:t>
            </a:r>
            <a:endParaRPr b="0" i="0" sz="4988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cxnSp>
        <p:nvCxnSpPr>
          <p:cNvPr id="100" name="Google Shape;100;p2"/>
          <p:cNvCxnSpPr/>
          <p:nvPr/>
        </p:nvCxnSpPr>
        <p:spPr>
          <a:xfrm rot="-5162">
            <a:off x="-185737" y="1604962"/>
            <a:ext cx="9515667" cy="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1" name="Google Shape;101;p2"/>
          <p:cNvSpPr/>
          <p:nvPr/>
        </p:nvSpPr>
        <p:spPr>
          <a:xfrm>
            <a:off x="128588" y="852488"/>
            <a:ext cx="3776662" cy="666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76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950"/>
              <a:buFont typeface="Century Gothic"/>
              <a:buNone/>
            </a:pPr>
            <a:r>
              <a:rPr b="0" i="0" lang="fr-FR" sz="4950" u="none" cap="none" strike="noStrik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Summary</a:t>
            </a:r>
            <a:r>
              <a:rPr b="0" i="0" lang="fr-FR" sz="4950" u="none" cap="none" strike="noStrike">
                <a:solidFill>
                  <a:srgbClr val="FF42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</a:t>
            </a:r>
            <a:endParaRPr b="0" i="0" sz="495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2" name="Google Shape;102;p2"/>
          <p:cNvSpPr/>
          <p:nvPr/>
        </p:nvSpPr>
        <p:spPr>
          <a:xfrm>
            <a:off x="6795163" y="1899644"/>
            <a:ext cx="1685925" cy="523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fr-FR" sz="1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General Highlights</a:t>
            </a:r>
            <a:endParaRPr b="0" i="0" sz="1283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03" name="logo_small_s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82014" y="4910138"/>
            <a:ext cx="470432" cy="106645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2"/>
          <p:cNvSpPr/>
          <p:nvPr/>
        </p:nvSpPr>
        <p:spPr>
          <a:xfrm>
            <a:off x="5910760" y="1829991"/>
            <a:ext cx="913045" cy="666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988"/>
              <a:buFont typeface="Century Gothic"/>
              <a:buNone/>
            </a:pPr>
            <a:r>
              <a:rPr b="0" i="0" lang="fr-FR" sz="4988" u="none" cap="none" strike="noStrik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02</a:t>
            </a:r>
            <a:endParaRPr b="0" i="0" sz="4988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5" name="Google Shape;105;p2"/>
          <p:cNvSpPr/>
          <p:nvPr/>
        </p:nvSpPr>
        <p:spPr>
          <a:xfrm>
            <a:off x="3970427" y="2877005"/>
            <a:ext cx="1685925" cy="523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fr-FR" sz="1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Acquisition Funnel</a:t>
            </a:r>
            <a:endParaRPr b="0" i="0" sz="1283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"/>
          <p:cNvSpPr/>
          <p:nvPr/>
        </p:nvSpPr>
        <p:spPr>
          <a:xfrm>
            <a:off x="3058880" y="2809660"/>
            <a:ext cx="913045" cy="666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988"/>
              <a:buFont typeface="Century Gothic"/>
              <a:buNone/>
            </a:pPr>
            <a:r>
              <a:rPr b="0" i="0" lang="fr-FR" sz="4988" u="none" cap="none" strike="noStrik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03</a:t>
            </a:r>
            <a:endParaRPr b="0" i="0" sz="4988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7" name="Google Shape;107;p2"/>
          <p:cNvSpPr/>
          <p:nvPr/>
        </p:nvSpPr>
        <p:spPr>
          <a:xfrm>
            <a:off x="3971781" y="3805495"/>
            <a:ext cx="1685925" cy="523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83"/>
              <a:buFont typeface="Arial"/>
              <a:buNone/>
            </a:pPr>
            <a:r>
              <a:rPr b="0" i="0" lang="fr-FR" sz="1283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Top Funnel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2"/>
          <p:cNvSpPr/>
          <p:nvPr/>
        </p:nvSpPr>
        <p:spPr>
          <a:xfrm>
            <a:off x="5910760" y="2806088"/>
            <a:ext cx="913045" cy="666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988"/>
              <a:buFont typeface="Century Gothic"/>
              <a:buNone/>
            </a:pPr>
            <a:r>
              <a:rPr b="0" i="0" lang="fr-FR" sz="4988" u="none" cap="none" strike="noStrik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04</a:t>
            </a:r>
            <a:endParaRPr b="0" i="0" sz="4988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9" name="Google Shape;109;p2"/>
          <p:cNvSpPr/>
          <p:nvPr/>
        </p:nvSpPr>
        <p:spPr>
          <a:xfrm>
            <a:off x="6823661" y="3737949"/>
            <a:ext cx="1685925" cy="523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fr-FR" sz="1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Action Plan</a:t>
            </a:r>
            <a:endParaRPr b="0" i="0" sz="1283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2"/>
          <p:cNvSpPr/>
          <p:nvPr/>
        </p:nvSpPr>
        <p:spPr>
          <a:xfrm>
            <a:off x="3057524" y="3667602"/>
            <a:ext cx="913045" cy="666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76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950"/>
              <a:buFont typeface="Century Gothic"/>
              <a:buNone/>
            </a:pPr>
            <a:r>
              <a:rPr b="0" i="0" lang="fr-FR" sz="4950" u="none" cap="none" strike="noStrik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05</a:t>
            </a:r>
            <a:endParaRPr b="0" i="0" sz="4988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1" name="Google Shape;111;p2"/>
          <p:cNvSpPr/>
          <p:nvPr/>
        </p:nvSpPr>
        <p:spPr>
          <a:xfrm>
            <a:off x="3907808" y="1899644"/>
            <a:ext cx="1685925" cy="523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fr-FR" sz="1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Check List W-1</a:t>
            </a:r>
            <a:endParaRPr b="0" i="0" sz="1283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2"/>
          <p:cNvSpPr/>
          <p:nvPr/>
        </p:nvSpPr>
        <p:spPr>
          <a:xfrm>
            <a:off x="5910759" y="3735840"/>
            <a:ext cx="913045" cy="666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76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950"/>
              <a:buFont typeface="Century Gothic"/>
              <a:buNone/>
            </a:pPr>
            <a:r>
              <a:rPr b="0" i="0" lang="fr-FR" sz="4950" u="none" cap="none" strike="noStrik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06</a:t>
            </a:r>
            <a:endParaRPr b="0" i="0" sz="4988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3" name="Google Shape;113;p2"/>
          <p:cNvSpPr/>
          <p:nvPr/>
        </p:nvSpPr>
        <p:spPr>
          <a:xfrm>
            <a:off x="6823662" y="2877005"/>
            <a:ext cx="1685925" cy="523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fr-FR" sz="1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Sold Out Rates</a:t>
            </a:r>
            <a:endParaRPr b="0" i="0" sz="1283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19" name="logo_small_s3"/>
          <p:cNvPicPr preferRelativeResize="0"/>
          <p:nvPr/>
        </p:nvPicPr>
        <p:blipFill rotWithShape="1">
          <a:blip r:embed="rId3">
            <a:alphaModFix/>
          </a:blip>
          <a:srcRect b="0" l="0" r="-1" t="0"/>
          <a:stretch/>
        </p:blipFill>
        <p:spPr>
          <a:xfrm>
            <a:off x="8482005" y="4910138"/>
            <a:ext cx="470436" cy="106645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year_city_tag_s3"/>
          <p:cNvSpPr txBox="1"/>
          <p:nvPr/>
        </p:nvSpPr>
        <p:spPr>
          <a:xfrm>
            <a:off x="7315200" y="125851"/>
            <a:ext cx="173736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fr-FR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{{VILLE_UPPER}} {{ANNEE}}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title_slide3"/>
          <p:cNvSpPr/>
          <p:nvPr/>
        </p:nvSpPr>
        <p:spPr>
          <a:xfrm>
            <a:off x="203423" y="114650"/>
            <a:ext cx="71118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7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fr-FR" sz="2900" u="none" cap="none" strike="noStrik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Check List actions W-1</a:t>
            </a:r>
            <a:r>
              <a:rPr b="0" i="0" lang="fr-FR" sz="29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</a:t>
            </a:r>
            <a:endParaRPr b="0" i="0" sz="2900" u="none" cap="none" strike="noStrike">
              <a:solidFill>
                <a:schemeClr val="accen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graphicFrame>
        <p:nvGraphicFramePr>
          <p:cNvPr id="122" name="checklist_w1_table"/>
          <p:cNvGraphicFramePr/>
          <p:nvPr/>
        </p:nvGraphicFramePr>
        <p:xfrm>
          <a:off x="719133" y="157265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{51508A8C-3D6C-4854-AF50-C2E8CE608607}</a:tableStyleId>
              </a:tblPr>
              <a:tblGrid>
                <a:gridCol w="1926425"/>
                <a:gridCol w="1926425"/>
                <a:gridCol w="1926425"/>
                <a:gridCol w="1926425"/>
              </a:tblGrid>
              <a:tr h="499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fr-FR" sz="1350" u="none" cap="none" strike="noStrike">
                          <a:solidFill>
                            <a:srgbClr val="FFFFFF"/>
                          </a:solidFill>
                        </a:rPr>
                        <a:t>Actions</a:t>
                      </a:r>
                      <a:endParaRPr sz="135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45725" marB="45725" marR="91450" marL="91450">
                    <a:lnL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fr-FR" sz="1350" u="none" cap="none" strike="noStrike">
                          <a:solidFill>
                            <a:srgbClr val="FFFFFF"/>
                          </a:solidFill>
                        </a:rPr>
                        <a:t>Done by Lotchi</a:t>
                      </a:r>
                      <a:endParaRPr sz="135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45725" marB="45725" marR="91450" marL="91450">
                    <a:lnL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fr-FR" sz="1350" u="none" cap="none" strike="noStrike">
                          <a:solidFill>
                            <a:srgbClr val="FFFFFF"/>
                          </a:solidFill>
                        </a:rPr>
                        <a:t>Done by Fever</a:t>
                      </a:r>
                      <a:endParaRPr sz="135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45725" marB="45725" marR="91450" marL="91450">
                    <a:lnL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fr-FR" sz="1350" u="none" cap="none" strike="noStrike">
                          <a:solidFill>
                            <a:srgbClr val="FFFFFF"/>
                          </a:solidFill>
                        </a:rPr>
                        <a:t>Ongoing</a:t>
                      </a:r>
                      <a:endParaRPr sz="135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45725" marB="45725" marR="91450" marL="91450">
                    <a:lnL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4200"/>
                    </a:solidFill>
                  </a:tcPr>
                </a:tc>
              </a:tr>
              <a:tr h="499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45725" marB="45725" marR="91450" marL="91450">
                    <a:lnL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</a:tr>
              <a:tr h="499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45725" marB="45725" marR="91450" marL="91450">
                    <a:lnL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</a:tr>
              <a:tr h="499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45725" marB="45725" marR="91450" marL="91450">
                    <a:lnL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28" name="bg_divider_s4"/>
          <p:cNvPicPr preferRelativeResize="0"/>
          <p:nvPr/>
        </p:nvPicPr>
        <p:blipFill rotWithShape="1">
          <a:blip r:embed="rId3">
            <a:alphaModFix/>
          </a:blip>
          <a:srcRect b="552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4"/>
          <p:cNvSpPr/>
          <p:nvPr/>
        </p:nvSpPr>
        <p:spPr>
          <a:xfrm>
            <a:off x="609600" y="2064544"/>
            <a:ext cx="5715000" cy="10191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title_slide4"/>
          <p:cNvSpPr/>
          <p:nvPr/>
        </p:nvSpPr>
        <p:spPr>
          <a:xfrm>
            <a:off x="609600" y="2064544"/>
            <a:ext cx="5715000" cy="666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84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0"/>
              <a:buFont typeface="Century Gothic"/>
              <a:buNone/>
            </a:pPr>
            <a:r>
              <a:rPr b="0" i="0" lang="fr-FR" sz="4500" u="none" cap="none" strike="noStrik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General Highlights</a:t>
            </a:r>
            <a:endParaRPr b="0" i="0" sz="4988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descr="preencoded.png" id="131" name="logo_small_s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82014" y="4910138"/>
            <a:ext cx="470432" cy="1066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37" name="logo_small_s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82014" y="4910138"/>
            <a:ext cx="470436" cy="106645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year_city_tag_s5"/>
          <p:cNvSpPr txBox="1"/>
          <p:nvPr/>
        </p:nvSpPr>
        <p:spPr>
          <a:xfrm>
            <a:off x="7315200" y="125851"/>
            <a:ext cx="173736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fr-FR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{{VILLE_UPPER}} {{ANNEE}}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title_slide5"/>
          <p:cNvSpPr/>
          <p:nvPr/>
        </p:nvSpPr>
        <p:spPr>
          <a:xfrm>
            <a:off x="203423" y="114650"/>
            <a:ext cx="71118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7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fr-FR" sz="2900" u="none" cap="none" strike="noStrik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General Highlights</a:t>
            </a:r>
            <a:r>
              <a:rPr b="0" i="0" lang="fr-FR" sz="29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</a:t>
            </a:r>
            <a:endParaRPr b="0" i="0" sz="2900" u="none" cap="none" strike="noStrike">
              <a:solidFill>
                <a:schemeClr val="accen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graphicFrame>
        <p:nvGraphicFramePr>
          <p:cNvPr id="140" name="km_ap_table_s5"/>
          <p:cNvGraphicFramePr/>
          <p:nvPr/>
        </p:nvGraphicFramePr>
        <p:xfrm>
          <a:off x="5760008" y="152273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{51508A8C-3D6C-4854-AF50-C2E8CE608607}</a:tableStyleId>
              </a:tblPr>
              <a:tblGrid>
                <a:gridCol w="1596225"/>
                <a:gridCol w="1596225"/>
              </a:tblGrid>
              <a:tr h="699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b="1" lang="fr-FR" sz="1350" u="none" cap="none" strike="noStrike">
                          <a:solidFill>
                            <a:srgbClr val="FFFFFF"/>
                          </a:solidFill>
                        </a:rPr>
                        <a:t>Key Metric</a:t>
                      </a:r>
                      <a:endParaRPr sz="1350" u="none" cap="none" strike="noStrike"/>
                    </a:p>
                  </a:txBody>
                  <a:tcPr marT="45725" marB="45725" marR="91450" marL="91450">
                    <a:lnL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b="1" lang="fr-FR" sz="1350" u="none" cap="none" strike="noStrike">
                          <a:solidFill>
                            <a:srgbClr val="FFFFFF"/>
                          </a:solidFill>
                        </a:rPr>
                        <a:t>Action Plan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4200"/>
                    </a:solidFill>
                  </a:tcPr>
                </a:tc>
              </a:tr>
              <a:tr h="699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45725" marB="45725" marR="91450" marL="91450">
                    <a:lnL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45725" marB="45725" marR="91450" marL="91450">
                    <a:lnL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</a:tr>
              <a:tr h="699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45725" marB="45725" marR="91450" marL="91450">
                    <a:lnL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 vMerge="1"/>
              </a:tr>
            </a:tbl>
          </a:graphicData>
        </a:graphic>
      </p:graphicFrame>
      <p:pic>
        <p:nvPicPr>
          <p:cNvPr descr="tickets.png" id="142" name="chart_tickets_sold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0000" y="2743450"/>
            <a:ext cx="5400000" cy="15000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chart_mkt_performance" descr="mk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3425" y="900008"/>
            <a:ext cx="5376573" cy="164461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48" name="bg_divider_s6"/>
          <p:cNvPicPr preferRelativeResize="0"/>
          <p:nvPr/>
        </p:nvPicPr>
        <p:blipFill rotWithShape="1">
          <a:blip r:embed="rId3">
            <a:alphaModFix/>
          </a:blip>
          <a:srcRect b="552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6"/>
          <p:cNvSpPr/>
          <p:nvPr/>
        </p:nvSpPr>
        <p:spPr>
          <a:xfrm>
            <a:off x="609600" y="2064544"/>
            <a:ext cx="5715000" cy="10191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title_slide6"/>
          <p:cNvSpPr/>
          <p:nvPr/>
        </p:nvSpPr>
        <p:spPr>
          <a:xfrm>
            <a:off x="609600" y="2064544"/>
            <a:ext cx="5715000" cy="666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84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0"/>
              <a:buFont typeface="Century Gothic"/>
              <a:buNone/>
            </a:pPr>
            <a:r>
              <a:rPr b="0" i="0" lang="fr-FR" sz="4500" u="none" cap="none" strike="noStrik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Acquisition Funnel</a:t>
            </a:r>
            <a:endParaRPr b="0" i="0" sz="4988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descr="preencoded.png" id="151" name="logo_small_s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82014" y="4910138"/>
            <a:ext cx="470432" cy="1066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year_city_tag_s7"/>
          <p:cNvSpPr txBox="1"/>
          <p:nvPr/>
        </p:nvSpPr>
        <p:spPr>
          <a:xfrm>
            <a:off x="7315200" y="125851"/>
            <a:ext cx="1737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fr-FR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{{VILLE_UPPER}} {{ANNEE}}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title_slide7"/>
          <p:cNvSpPr/>
          <p:nvPr/>
        </p:nvSpPr>
        <p:spPr>
          <a:xfrm>
            <a:off x="203423" y="114650"/>
            <a:ext cx="71118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7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fr-FR" sz="2900" u="none" cap="none" strike="noStrik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Top Funnel: Meta Ads</a:t>
            </a:r>
            <a:r>
              <a:rPr b="0" i="0" lang="fr-FR" sz="29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</a:t>
            </a:r>
            <a:endParaRPr b="0" i="0" sz="2900" u="none" cap="none" strike="noStrike">
              <a:solidFill>
                <a:schemeClr val="accen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graphicFrame>
        <p:nvGraphicFramePr>
          <p:cNvPr id="159" name="km_ap_table_s7"/>
          <p:cNvGraphicFramePr/>
          <p:nvPr/>
        </p:nvGraphicFramePr>
        <p:xfrm>
          <a:off x="5760008" y="152273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{51508A8C-3D6C-4854-AF50-C2E8CE608607}</a:tableStyleId>
              </a:tblPr>
              <a:tblGrid>
                <a:gridCol w="1596225"/>
                <a:gridCol w="1596225"/>
              </a:tblGrid>
              <a:tr h="699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b="1" lang="fr-FR" sz="1350" u="none" cap="none" strike="noStrike">
                          <a:solidFill>
                            <a:srgbClr val="FFFFFF"/>
                          </a:solidFill>
                        </a:rPr>
                        <a:t>Key Metric</a:t>
                      </a:r>
                      <a:endParaRPr sz="1350" u="none" cap="none" strike="noStrike"/>
                    </a:p>
                  </a:txBody>
                  <a:tcPr marT="45725" marB="45725" marR="91450" marL="91450">
                    <a:lnL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b="1" lang="fr-FR" sz="1350" u="none" cap="none" strike="noStrike">
                          <a:solidFill>
                            <a:srgbClr val="FFFFFF"/>
                          </a:solidFill>
                        </a:rPr>
                        <a:t>Action Plan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4200"/>
                    </a:solidFill>
                  </a:tcPr>
                </a:tc>
              </a:tr>
              <a:tr h="699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45725" marB="45725" marR="91450" marL="91450">
                    <a:lnL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45725" marB="45725" marR="91450" marL="91450">
                    <a:lnL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</a:tr>
              <a:tr h="699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45725" marB="45725" marR="91450" marL="91450">
                    <a:lnL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 vMerge="1"/>
              </a:tr>
            </a:tbl>
          </a:graphicData>
        </a:graphic>
      </p:graphicFrame>
      <p:pic>
        <p:nvPicPr>
          <p:cNvPr descr="ctr.png" id="160" name="chart_top_funnel_meta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0000" y="924837"/>
            <a:ext cx="5400000" cy="3293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66" name="logo_small_s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82014" y="4910138"/>
            <a:ext cx="470436" cy="106645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year_city_tag_s8"/>
          <p:cNvSpPr txBox="1"/>
          <p:nvPr/>
        </p:nvSpPr>
        <p:spPr>
          <a:xfrm>
            <a:off x="7315200" y="125851"/>
            <a:ext cx="173736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fr-FR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{{VILLE_UPPER}} {{ANNEE}}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title_slide8"/>
          <p:cNvSpPr/>
          <p:nvPr/>
        </p:nvSpPr>
        <p:spPr>
          <a:xfrm>
            <a:off x="203423" y="114650"/>
            <a:ext cx="71118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7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fr-FR" sz="2900" u="none" cap="none" strike="noStrik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Mid Funnel: Landing page</a:t>
            </a:r>
            <a:r>
              <a:rPr b="0" i="0" lang="fr-FR" sz="29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</a:t>
            </a:r>
            <a:endParaRPr b="0" i="0" sz="2900" u="none" cap="none" strike="noStrike">
              <a:solidFill>
                <a:schemeClr val="accen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graphicFrame>
        <p:nvGraphicFramePr>
          <p:cNvPr id="170" name="km_ap_table_s8"/>
          <p:cNvGraphicFramePr/>
          <p:nvPr/>
        </p:nvGraphicFramePr>
        <p:xfrm>
          <a:off x="5760008" y="152273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{51508A8C-3D6C-4854-AF50-C2E8CE608607}</a:tableStyleId>
              </a:tblPr>
              <a:tblGrid>
                <a:gridCol w="1596225"/>
                <a:gridCol w="1596225"/>
              </a:tblGrid>
              <a:tr h="699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b="1" lang="fr-FR" sz="1350" u="none" cap="none" strike="noStrike">
                          <a:solidFill>
                            <a:srgbClr val="FFFFFF"/>
                          </a:solidFill>
                        </a:rPr>
                        <a:t>Key Metric</a:t>
                      </a:r>
                      <a:endParaRPr sz="1350" u="none" cap="none" strike="noStrike"/>
                    </a:p>
                  </a:txBody>
                  <a:tcPr marT="45725" marB="45725" marR="91450" marL="91450">
                    <a:lnL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b="1" lang="fr-FR" sz="1350" u="none" cap="none" strike="noStrike">
                          <a:solidFill>
                            <a:srgbClr val="FFFFFF"/>
                          </a:solidFill>
                        </a:rPr>
                        <a:t>Action Plan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4200"/>
                    </a:solidFill>
                  </a:tcPr>
                </a:tc>
              </a:tr>
              <a:tr h="699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45725" marB="45725" marR="91450" marL="91450">
                    <a:lnL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45725" marB="45725" marR="91450" marL="91450">
                    <a:lnL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</a:tr>
              <a:tr h="699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45725" marB="45725" marR="91450" marL="91450">
                    <a:lnL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 vMerge="1"/>
              </a:tr>
            </a:tbl>
          </a:graphicData>
        </a:graphic>
      </p:graphicFrame>
      <p:pic>
        <p:nvPicPr>
          <p:cNvPr id="171" name="chart_landing_page" descr="landin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0000" y="933288"/>
            <a:ext cx="5400000" cy="327693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76" name="logo_small_s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82014" y="4910138"/>
            <a:ext cx="470436" cy="106645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year_city_tag_s9"/>
          <p:cNvSpPr txBox="1"/>
          <p:nvPr/>
        </p:nvSpPr>
        <p:spPr>
          <a:xfrm>
            <a:off x="7315200" y="125851"/>
            <a:ext cx="173736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fr-FR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{{VILLE_UPPER}} {{ANNEE}}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title_slide9"/>
          <p:cNvSpPr/>
          <p:nvPr/>
        </p:nvSpPr>
        <p:spPr>
          <a:xfrm>
            <a:off x="203423" y="114650"/>
            <a:ext cx="71118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7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fr-FR" sz="2900" u="none" cap="none" strike="noStrik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Low Funnel: Product Page</a:t>
            </a:r>
            <a:r>
              <a:rPr b="0" i="0" lang="fr-FR" sz="29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</a:t>
            </a:r>
            <a:endParaRPr b="0" i="0" sz="2900" u="none" cap="none" strike="noStrike">
              <a:solidFill>
                <a:schemeClr val="accen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graphicFrame>
        <p:nvGraphicFramePr>
          <p:cNvPr id="180" name="km_ap_table_s9"/>
          <p:cNvGraphicFramePr/>
          <p:nvPr/>
        </p:nvGraphicFramePr>
        <p:xfrm>
          <a:off x="5760008" y="152273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{51508A8C-3D6C-4854-AF50-C2E8CE608607}</a:tableStyleId>
              </a:tblPr>
              <a:tblGrid>
                <a:gridCol w="1596225"/>
                <a:gridCol w="1596225"/>
              </a:tblGrid>
              <a:tr h="699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b="1" lang="fr-FR" sz="1350" u="none" cap="none" strike="noStrike">
                          <a:solidFill>
                            <a:srgbClr val="FFFFFF"/>
                          </a:solidFill>
                        </a:rPr>
                        <a:t>Key Metric</a:t>
                      </a:r>
                      <a:endParaRPr sz="1350" u="none" cap="none" strike="noStrike"/>
                    </a:p>
                  </a:txBody>
                  <a:tcPr marT="45725" marB="45725" marR="91450" marL="91450">
                    <a:lnL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b="1" lang="fr-FR" sz="1350" u="none" cap="none" strike="noStrike">
                          <a:solidFill>
                            <a:srgbClr val="FFFFFF"/>
                          </a:solidFill>
                        </a:rPr>
                        <a:t>Action Plan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4200"/>
                    </a:solidFill>
                  </a:tcPr>
                </a:tc>
              </a:tr>
              <a:tr h="699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45725" marB="45725" marR="91450" marL="91450">
                    <a:lnL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45725" marB="45725" marR="91450" marL="91450">
                    <a:lnL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</a:tr>
              <a:tr h="699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45725" marB="45725" marR="91450" marL="91450">
                    <a:lnL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 vMerge="1"/>
              </a:tr>
            </a:tbl>
          </a:graphicData>
        </a:graphic>
      </p:graphicFrame>
      <p:pic>
        <p:nvPicPr>
          <p:cNvPr id="181" name="chart_product_page" descr="produ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3425" y="912025"/>
            <a:ext cx="5376573" cy="331945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86" name="bg_divider_s10"/>
          <p:cNvPicPr preferRelativeResize="0"/>
          <p:nvPr/>
        </p:nvPicPr>
        <p:blipFill rotWithShape="1">
          <a:blip r:embed="rId3">
            <a:alphaModFix/>
          </a:blip>
          <a:srcRect b="552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10"/>
          <p:cNvSpPr/>
          <p:nvPr/>
        </p:nvSpPr>
        <p:spPr>
          <a:xfrm>
            <a:off x="609600" y="2064544"/>
            <a:ext cx="5715000" cy="10191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title_slide10"/>
          <p:cNvSpPr/>
          <p:nvPr/>
        </p:nvSpPr>
        <p:spPr>
          <a:xfrm>
            <a:off x="609600" y="2064544"/>
            <a:ext cx="5715000" cy="666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8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50"/>
              <a:buFont typeface="Arial"/>
              <a:buNone/>
            </a:pPr>
            <a:r>
              <a:rPr b="0" i="0" lang="fr-FR" sz="4450" u="none" cap="none" strike="noStrik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Sold out rates</a:t>
            </a:r>
            <a:endParaRPr b="0" i="0" sz="4988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descr="preencoded.png" id="189" name="logo_small_s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82014" y="4910138"/>
            <a:ext cx="470432" cy="1066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soldout_label_wminus1"/>
          <p:cNvSpPr/>
          <p:nvPr/>
        </p:nvSpPr>
        <p:spPr>
          <a:xfrm>
            <a:off x="516090" y="1172331"/>
            <a:ext cx="2067000" cy="36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1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Arial"/>
              <a:buNone/>
            </a:pPr>
            <a:r>
              <a:rPr b="0" i="0" lang="fr-FR" sz="2250" u="none" cap="none" strike="noStrik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W-1</a:t>
            </a:r>
            <a:endParaRPr b="0" i="0" sz="228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descr="preencoded.png" id="196" name="logo_small_s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82005" y="4910138"/>
            <a:ext cx="470432" cy="106645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soldout_label_current"/>
          <p:cNvSpPr/>
          <p:nvPr/>
        </p:nvSpPr>
        <p:spPr>
          <a:xfrm>
            <a:off x="3539054" y="1172331"/>
            <a:ext cx="2067000" cy="36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fr-FR" sz="2300" u="none" cap="none" strike="noStrik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Current week</a:t>
            </a:r>
            <a:endParaRPr b="0" i="0" sz="23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98" name="soldout_label_wplus1"/>
          <p:cNvSpPr/>
          <p:nvPr/>
        </p:nvSpPr>
        <p:spPr>
          <a:xfrm>
            <a:off x="6565159" y="1172331"/>
            <a:ext cx="2067000" cy="36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1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Arial"/>
              <a:buNone/>
            </a:pPr>
            <a:r>
              <a:rPr b="0" i="0" lang="fr-FR" sz="2250" u="none" cap="none" strike="noStrik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W+1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year_city_tag_s11"/>
          <p:cNvSpPr txBox="1"/>
          <p:nvPr/>
        </p:nvSpPr>
        <p:spPr>
          <a:xfrm>
            <a:off x="7315200" y="125851"/>
            <a:ext cx="173736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fr-FR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{{VILLE_UPPER}} {{ANNEE}}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title_slide11"/>
          <p:cNvSpPr/>
          <p:nvPr/>
        </p:nvSpPr>
        <p:spPr>
          <a:xfrm>
            <a:off x="203423" y="114650"/>
            <a:ext cx="71118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7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fr-FR" sz="2900" u="none" cap="none" strike="noStrik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Sold out rates</a:t>
            </a:r>
            <a:r>
              <a:rPr b="0" i="0" lang="fr-FR" sz="29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</a:t>
            </a:r>
            <a:endParaRPr b="0" i="0" sz="2900" u="none" cap="none" strike="noStrike">
              <a:solidFill>
                <a:schemeClr val="accen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graphicFrame>
        <p:nvGraphicFramePr>
          <p:cNvPr id="201" name="km_ap_table_s11"/>
          <p:cNvGraphicFramePr/>
          <p:nvPr/>
        </p:nvGraphicFramePr>
        <p:xfrm>
          <a:off x="2015571" y="384383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{51508A8C-3D6C-4854-AF50-C2E8CE608607}</a:tableStyleId>
              </a:tblPr>
              <a:tblGrid>
                <a:gridCol w="2556950"/>
                <a:gridCol w="2556950"/>
              </a:tblGrid>
              <a:tr h="399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b="1" lang="fr-FR" sz="1350" u="none" cap="none" strike="noStrike">
                          <a:solidFill>
                            <a:srgbClr val="FFFFFF"/>
                          </a:solidFill>
                        </a:rPr>
                        <a:t>Key Metric</a:t>
                      </a:r>
                      <a:endParaRPr sz="1350" u="none" cap="none" strike="noStrike"/>
                    </a:p>
                  </a:txBody>
                  <a:tcPr marT="45725" marB="45725" marR="91450" marL="91450">
                    <a:lnL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b="1" lang="fr-FR" sz="1350" u="none" cap="none" strike="noStrike">
                          <a:solidFill>
                            <a:srgbClr val="FFFFFF"/>
                          </a:solidFill>
                        </a:rPr>
                        <a:t>Action Plan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4200"/>
                    </a:solidFill>
                  </a:tcPr>
                </a:tc>
              </a:tr>
              <a:tr h="399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45725" marB="45725" marR="91450" marL="91450">
                    <a:lnL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45725" marB="45725" marR="91450" marL="91450">
                    <a:lnL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</a:tr>
            </a:tbl>
          </a:graphicData>
        </a:graphic>
      </p:graphicFrame>
      <p:pic>
        <p:nvPicPr>
          <p:cNvPr id="205" name="soldout_wminus1" descr="soldout_wminus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9400" y="1655775"/>
            <a:ext cx="2904450" cy="2049888"/>
          </a:xfrm>
          <a:prstGeom prst="rect">
            <a:avLst/>
          </a:prstGeom>
        </p:spPr>
      </p:pic>
      <p:pic>
        <p:nvPicPr>
          <p:cNvPr id="206" name="soldout_current" descr="soldout_curren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20288" y="1655775"/>
            <a:ext cx="2904450" cy="2049888"/>
          </a:xfrm>
          <a:prstGeom prst="rect">
            <a:avLst/>
          </a:prstGeom>
        </p:spPr>
      </p:pic>
      <p:pic>
        <p:nvPicPr>
          <p:cNvPr id="207" name="soldout_wplus1" descr="soldout_wplus1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61175" y="1655775"/>
            <a:ext cx="2904450" cy="204988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10" name="bg_divider_s12"/>
          <p:cNvPicPr preferRelativeResize="0"/>
          <p:nvPr/>
        </p:nvPicPr>
        <p:blipFill rotWithShape="1">
          <a:blip r:embed="rId3">
            <a:alphaModFix/>
          </a:blip>
          <a:srcRect b="552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12"/>
          <p:cNvSpPr/>
          <p:nvPr/>
        </p:nvSpPr>
        <p:spPr>
          <a:xfrm>
            <a:off x="609600" y="2064544"/>
            <a:ext cx="5715000" cy="10191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title_slide12"/>
          <p:cNvSpPr/>
          <p:nvPr/>
        </p:nvSpPr>
        <p:spPr>
          <a:xfrm>
            <a:off x="609600" y="2064544"/>
            <a:ext cx="5715000" cy="666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84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0"/>
              <a:buFont typeface="Century Gothic"/>
              <a:buNone/>
            </a:pPr>
            <a:r>
              <a:rPr b="0" i="0" lang="fr-FR" sz="4500" u="none" cap="none" strike="noStrik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Top Funnel </a:t>
            </a:r>
            <a:endParaRPr b="0" i="0" sz="4988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descr="preencoded.png" id="213" name="logo_small_s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82014" y="4910138"/>
            <a:ext cx="470432" cy="1066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18" name="logo_small_s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82014" y="4910138"/>
            <a:ext cx="470436" cy="106645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year_city_tag_s13"/>
          <p:cNvSpPr txBox="1"/>
          <p:nvPr/>
        </p:nvSpPr>
        <p:spPr>
          <a:xfrm>
            <a:off x="7315200" y="125851"/>
            <a:ext cx="173736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fr-FR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{{VILLE_UPPER}} {{ANNEE}}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title_slide13"/>
          <p:cNvSpPr/>
          <p:nvPr/>
        </p:nvSpPr>
        <p:spPr>
          <a:xfrm>
            <a:off x="203423" y="114650"/>
            <a:ext cx="71118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7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fr-FR" sz="2900" u="none" cap="none" strike="noStrik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Top funnel: Big Picture</a:t>
            </a:r>
            <a:r>
              <a:rPr b="0" i="0" lang="fr-FR" sz="29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</a:t>
            </a:r>
            <a:endParaRPr b="0" i="0" sz="2900" u="none" cap="none" strike="noStrike">
              <a:solidFill>
                <a:schemeClr val="accen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graphicFrame>
        <p:nvGraphicFramePr>
          <p:cNvPr id="221" name="bigpicture_ctr_table"/>
          <p:cNvGraphicFramePr/>
          <p:nvPr/>
        </p:nvGraphicFramePr>
        <p:xfrm>
          <a:off x="1380738" y="9001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{BC5FE7B5-D642-4143-A32E-DBEB07F958B2}</a:tableStyleId>
              </a:tblPr>
              <a:tblGrid>
                <a:gridCol w="1161300"/>
                <a:gridCol w="868675"/>
                <a:gridCol w="868675"/>
                <a:gridCol w="868675"/>
                <a:gridCol w="868675"/>
                <a:gridCol w="868675"/>
                <a:gridCol w="868675"/>
              </a:tblGrid>
              <a:tr h="329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-FR" sz="1350" u="none" cap="none" strike="noStrike">
                          <a:solidFill>
                            <a:srgbClr val="FFFFFF"/>
                          </a:solidFill>
                        </a:rPr>
                        <a:t>CTR</a:t>
                      </a:r>
                      <a:endParaRPr/>
                    </a:p>
                  </a:txBody>
                  <a:tcPr marT="45725" marB="45725" marR="91450" marL="91450">
                    <a:lnL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-FR" sz="1350" u="none" cap="none" strike="noStrike">
                          <a:solidFill>
                            <a:srgbClr val="FFFFFF"/>
                          </a:solidFill>
                        </a:rPr>
                        <a:t>W-3</a:t>
                      </a:r>
                      <a:endParaRPr/>
                    </a:p>
                  </a:txBody>
                  <a:tcPr marT="45725" marB="45725" marR="91450" marL="91450">
                    <a:lnL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-FR" sz="1350" u="none" cap="none" strike="noStrike">
                          <a:solidFill>
                            <a:srgbClr val="FFFFFF"/>
                          </a:solidFill>
                        </a:rPr>
                        <a:t>Evol</a:t>
                      </a:r>
                      <a:endParaRPr/>
                    </a:p>
                  </a:txBody>
                  <a:tcPr marT="45725" marB="45725" marR="91450" marL="91450">
                    <a:lnL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-FR" sz="1350" u="none" cap="none" strike="noStrike">
                          <a:solidFill>
                            <a:srgbClr val="FFFFFF"/>
                          </a:solidFill>
                        </a:rPr>
                        <a:t>W-2</a:t>
                      </a:r>
                      <a:endParaRPr/>
                    </a:p>
                  </a:txBody>
                  <a:tcPr marT="45725" marB="45725" marR="91450" marL="91450">
                    <a:lnL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-FR" sz="1350" u="none" cap="none" strike="noStrike">
                          <a:solidFill>
                            <a:srgbClr val="FFFFFF"/>
                          </a:solidFill>
                        </a:rPr>
                        <a:t>Evol</a:t>
                      </a:r>
                      <a:endParaRPr/>
                    </a:p>
                  </a:txBody>
                  <a:tcPr marT="45725" marB="45725" marR="91450" marL="91450">
                    <a:lnL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-FR" sz="1350" u="none" cap="none" strike="noStrike">
                          <a:solidFill>
                            <a:srgbClr val="FFFFFF"/>
                          </a:solidFill>
                        </a:rPr>
                        <a:t>W-1</a:t>
                      </a:r>
                      <a:endParaRPr/>
                    </a:p>
                  </a:txBody>
                  <a:tcPr marT="45725" marB="45725" marR="91450" marL="91450">
                    <a:lnL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-FR" sz="1350" u="none" cap="none" strike="noStrike">
                          <a:solidFill>
                            <a:srgbClr val="FFFFFF"/>
                          </a:solidFill>
                        </a:rPr>
                        <a:t>Bench</a:t>
                      </a:r>
                      <a:endParaRPr/>
                    </a:p>
                  </a:txBody>
                  <a:tcPr marT="45725" marB="45725" marR="91450" marL="91450">
                    <a:lnL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fr-FR" sz="1000" u="none" cap="none" strike="noStrike">
                          <a:solidFill>
                            <a:srgbClr val="FFFFFF"/>
                          </a:solidFill>
                        </a:rPr>
                        <a:t>Meta</a:t>
                      </a:r>
                      <a:endParaRPr sz="1000">
                        <a:solidFill>
                          <a:srgbClr val="FFFFFF"/>
                        </a:solidFill>
                      </a:endParaRPr>
                    </a:p>
                  </a:txBody>
                  <a:tcPr marT="45725" marB="45725" marR="91450" marL="91450">
                    <a:lnL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0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0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0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0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0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0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fr-FR" sz="1000" u="none" cap="none" strike="noStrike">
                          <a:solidFill>
                            <a:srgbClr val="FFFFFF"/>
                          </a:solidFill>
                        </a:rPr>
                        <a:t>Google</a:t>
                      </a:r>
                      <a:endParaRPr sz="1000">
                        <a:solidFill>
                          <a:srgbClr val="FFFFFF"/>
                        </a:solidFill>
                      </a:endParaRPr>
                    </a:p>
                  </a:txBody>
                  <a:tcPr marT="45725" marB="45725" marR="91450" marL="91450">
                    <a:lnL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0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0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0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0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0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0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22" name="bigpicture_cpm_table"/>
          <p:cNvGraphicFramePr/>
          <p:nvPr/>
        </p:nvGraphicFramePr>
        <p:xfrm>
          <a:off x="1389888" y="21488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{BC5FE7B5-D642-4143-A32E-DBEB07F958B2}</a:tableStyleId>
              </a:tblPr>
              <a:tblGrid>
                <a:gridCol w="1161300"/>
                <a:gridCol w="868675"/>
                <a:gridCol w="868675"/>
                <a:gridCol w="868675"/>
                <a:gridCol w="868675"/>
                <a:gridCol w="868675"/>
                <a:gridCol w="868675"/>
              </a:tblGrid>
              <a:tr h="329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-FR" sz="1350" u="none" cap="none" strike="noStrike">
                          <a:solidFill>
                            <a:srgbClr val="FFFFFF"/>
                          </a:solidFill>
                        </a:rPr>
                        <a:t>CPM</a:t>
                      </a:r>
                      <a:endParaRPr/>
                    </a:p>
                  </a:txBody>
                  <a:tcPr marT="45725" marB="45725" marR="91450" marL="91450">
                    <a:lnL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-FR" sz="1350" u="none" cap="none" strike="noStrike">
                          <a:solidFill>
                            <a:srgbClr val="FFFFFF"/>
                          </a:solidFill>
                        </a:rPr>
                        <a:t>W-3</a:t>
                      </a:r>
                      <a:endParaRPr/>
                    </a:p>
                  </a:txBody>
                  <a:tcPr marT="45725" marB="45725" marR="91450" marL="91450">
                    <a:lnL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-FR" sz="1350" u="none" cap="none" strike="noStrike">
                          <a:solidFill>
                            <a:srgbClr val="FFFFFF"/>
                          </a:solidFill>
                        </a:rPr>
                        <a:t>Evol</a:t>
                      </a:r>
                      <a:endParaRPr/>
                    </a:p>
                  </a:txBody>
                  <a:tcPr marT="45725" marB="45725" marR="91450" marL="91450">
                    <a:lnL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-FR" sz="1350" u="none" cap="none" strike="noStrike">
                          <a:solidFill>
                            <a:srgbClr val="FFFFFF"/>
                          </a:solidFill>
                        </a:rPr>
                        <a:t>W-2</a:t>
                      </a:r>
                      <a:endParaRPr/>
                    </a:p>
                  </a:txBody>
                  <a:tcPr marT="45725" marB="45725" marR="91450" marL="91450">
                    <a:lnL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-FR" sz="1350" u="none" cap="none" strike="noStrike">
                          <a:solidFill>
                            <a:srgbClr val="FFFFFF"/>
                          </a:solidFill>
                        </a:rPr>
                        <a:t>Evol</a:t>
                      </a:r>
                      <a:endParaRPr/>
                    </a:p>
                  </a:txBody>
                  <a:tcPr marT="45725" marB="45725" marR="91450" marL="91450">
                    <a:lnL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-FR" sz="1350" u="none" cap="none" strike="noStrike">
                          <a:solidFill>
                            <a:srgbClr val="FFFFFF"/>
                          </a:solidFill>
                        </a:rPr>
                        <a:t>W-1</a:t>
                      </a:r>
                      <a:endParaRPr/>
                    </a:p>
                  </a:txBody>
                  <a:tcPr marT="45725" marB="45725" marR="91450" marL="91450">
                    <a:lnL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-FR" sz="1350" u="none" cap="none" strike="noStrike">
                          <a:solidFill>
                            <a:srgbClr val="FFFFFF"/>
                          </a:solidFill>
                        </a:rPr>
                        <a:t>Bench</a:t>
                      </a:r>
                      <a:endParaRPr/>
                    </a:p>
                  </a:txBody>
                  <a:tcPr marT="45725" marB="45725" marR="91450" marL="91450">
                    <a:lnL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fr-FR" sz="1000" u="none" cap="none" strike="noStrike">
                          <a:solidFill>
                            <a:srgbClr val="FFFFFF"/>
                          </a:solidFill>
                        </a:rPr>
                        <a:t>Meta</a:t>
                      </a:r>
                      <a:endParaRPr sz="1000">
                        <a:solidFill>
                          <a:srgbClr val="FFFFFF"/>
                        </a:solidFill>
                      </a:endParaRPr>
                    </a:p>
                  </a:txBody>
                  <a:tcPr marT="45725" marB="45725" marR="91450" marL="91450">
                    <a:lnL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0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0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0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0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0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0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</a:tr>
              <a:tr h="329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fr-FR" sz="1000" u="none" cap="none" strike="noStrike">
                          <a:solidFill>
                            <a:srgbClr val="FFFFFF"/>
                          </a:solidFill>
                        </a:rPr>
                        <a:t>Google</a:t>
                      </a:r>
                      <a:endParaRPr sz="1000">
                        <a:solidFill>
                          <a:srgbClr val="FFFFFF"/>
                        </a:solidFill>
                      </a:endParaRPr>
                    </a:p>
                  </a:txBody>
                  <a:tcPr marT="45725" marB="45725" marR="91450" marL="91450">
                    <a:lnL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0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0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0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0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0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0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23" name="km_ap_table_s13"/>
          <p:cNvGraphicFramePr/>
          <p:nvPr/>
        </p:nvGraphicFramePr>
        <p:xfrm>
          <a:off x="2015046" y="364389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{51508A8C-3D6C-4854-AF50-C2E8CE608607}</a:tableStyleId>
              </a:tblPr>
              <a:tblGrid>
                <a:gridCol w="2556950"/>
                <a:gridCol w="2556950"/>
              </a:tblGrid>
              <a:tr h="399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b="1" lang="fr-FR" sz="1350" u="none" cap="none" strike="noStrike">
                          <a:solidFill>
                            <a:srgbClr val="FFFFFF"/>
                          </a:solidFill>
                        </a:rPr>
                        <a:t>Key Metric</a:t>
                      </a:r>
                      <a:endParaRPr sz="1350" u="none" cap="none" strike="noStrike"/>
                    </a:p>
                  </a:txBody>
                  <a:tcPr marT="45725" marB="45725" marR="91450" marL="91450">
                    <a:lnL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b="1" lang="fr-FR" sz="1350" u="none" cap="none" strike="noStrike">
                          <a:solidFill>
                            <a:srgbClr val="FFFFFF"/>
                          </a:solidFill>
                        </a:rPr>
                        <a:t>Action Plan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4200"/>
                    </a:solidFill>
                  </a:tcPr>
                </a:tc>
              </a:tr>
              <a:tr h="399675">
                <a:tc row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45725" marB="45725" marR="91450" marL="91450">
                    <a:lnL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45725" marB="45725" marR="91450" marL="91450">
                    <a:lnL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</a:tr>
              <a:tr h="399675">
                <a:tc vMerge="1">
                  <a:txBody>
                    <a:bodyPr/>
                    <a:p>
                      <a:r>
                        <a:t/>
                      </a:r>
                      <a:endParaRPr sz="1000">
                        <a:solidFill>
                          <a:srgbClr val="FFFFFF"/>
                        </a:solidFill>
                      </a:endParaRPr>
                    </a:p>
                  </a:txBody>
                </a:tc>
                <a:tc vMerge="1">
                  <a:txBody>
                    <a:bodyPr/>
                    <a:p>
                      <a:r>
                        <a:t/>
                      </a:r>
                      <a:endParaRPr sz="1000">
                        <a:solidFill>
                          <a:srgbClr val="FFFFFF"/>
                        </a:solidFill>
                      </a:endParaRPr>
                    </a:p>
                  </a:txBody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28" name="logo_small_s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82014" y="4910138"/>
            <a:ext cx="470436" cy="106645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year_city_tag_s14"/>
          <p:cNvSpPr txBox="1"/>
          <p:nvPr/>
        </p:nvSpPr>
        <p:spPr>
          <a:xfrm>
            <a:off x="7315200" y="125851"/>
            <a:ext cx="173736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fr-FR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{{VILLE_UPPER}} {{ANNEE}}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title_slide14"/>
          <p:cNvSpPr/>
          <p:nvPr/>
        </p:nvSpPr>
        <p:spPr>
          <a:xfrm>
            <a:off x="203423" y="114650"/>
            <a:ext cx="71118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7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fr-FR" sz="2900" u="none" cap="none" strike="noStrik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Campaign review: REACH</a:t>
            </a:r>
            <a:r>
              <a:rPr b="0" i="0" lang="fr-FR" sz="29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</a:t>
            </a:r>
            <a:endParaRPr b="0" i="0" sz="2900" u="none" cap="none" strike="noStrike">
              <a:solidFill>
                <a:schemeClr val="accen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graphicFrame>
        <p:nvGraphicFramePr>
          <p:cNvPr id="231" name="reach_kpi_summary_table"/>
          <p:cNvGraphicFramePr/>
          <p:nvPr/>
        </p:nvGraphicFramePr>
        <p:xfrm>
          <a:off x="203508" y="900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{BC5FE7B5-D642-4143-A32E-DBEB07F958B2}</a:tableStyleId>
              </a:tblPr>
              <a:tblGrid>
                <a:gridCol w="1094975"/>
                <a:gridCol w="1094975"/>
                <a:gridCol w="1094975"/>
                <a:gridCol w="1094975"/>
                <a:gridCol w="1094975"/>
                <a:gridCol w="1094975"/>
                <a:gridCol w="1094975"/>
                <a:gridCol w="1094975"/>
              </a:tblGrid>
              <a:tr h="383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-FR" sz="1350" u="none" cap="none" strike="noStrike">
                          <a:solidFill>
                            <a:srgbClr val="FFFFFF"/>
                          </a:solidFill>
                        </a:rPr>
                        <a:t>IMP W-2</a:t>
                      </a:r>
                      <a:endParaRPr/>
                    </a:p>
                  </a:txBody>
                  <a:tcPr marT="45725" marB="45725" marR="91450" marL="91450">
                    <a:lnL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-FR" sz="1350" u="none" cap="none" strike="noStrike">
                          <a:solidFill>
                            <a:srgbClr val="FFFFFF"/>
                          </a:solidFill>
                        </a:rPr>
                        <a:t>IMP W-1</a:t>
                      </a:r>
                      <a:endParaRPr/>
                    </a:p>
                  </a:txBody>
                  <a:tcPr marT="45725" marB="45725" marR="91450" marL="91450">
                    <a:lnL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-FR" sz="1350" u="none" cap="none" strike="noStrike">
                          <a:solidFill>
                            <a:srgbClr val="FFFFFF"/>
                          </a:solidFill>
                        </a:rPr>
                        <a:t>CTR W-2</a:t>
                      </a:r>
                      <a:endParaRPr/>
                    </a:p>
                  </a:txBody>
                  <a:tcPr marT="45725" marB="45725" marR="91450" marL="91450">
                    <a:lnL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-FR" sz="1350" u="none" cap="none" strike="noStrike">
                          <a:solidFill>
                            <a:srgbClr val="FFFFFF"/>
                          </a:solidFill>
                        </a:rPr>
                        <a:t>CTR W-1</a:t>
                      </a:r>
                      <a:endParaRPr/>
                    </a:p>
                  </a:txBody>
                  <a:tcPr marT="45725" marB="45725" marR="91450" marL="91450">
                    <a:lnL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-FR" sz="1350" u="none" cap="none" strike="noStrike">
                          <a:solidFill>
                            <a:srgbClr val="FFFFFF"/>
                          </a:solidFill>
                        </a:rPr>
                        <a:t>ROAS W-2</a:t>
                      </a:r>
                      <a:endParaRPr/>
                    </a:p>
                  </a:txBody>
                  <a:tcPr marT="45725" marB="45725" marR="91450" marL="91450">
                    <a:lnL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-FR" sz="1350" u="none" cap="none" strike="noStrike">
                          <a:solidFill>
                            <a:srgbClr val="FFFFFF"/>
                          </a:solidFill>
                        </a:rPr>
                        <a:t>ROAS W-1</a:t>
                      </a:r>
                      <a:endParaRPr/>
                    </a:p>
                  </a:txBody>
                  <a:tcPr marT="45725" marB="45725" marR="91450" marL="91450">
                    <a:lnL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-FR" sz="1350" u="none" cap="none" strike="noStrike">
                          <a:solidFill>
                            <a:srgbClr val="FFFFFF"/>
                          </a:solidFill>
                        </a:rPr>
                        <a:t>CPM W-2</a:t>
                      </a:r>
                      <a:endParaRPr/>
                    </a:p>
                  </a:txBody>
                  <a:tcPr marT="45725" marB="45725" marR="91450" marL="91450">
                    <a:lnL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-FR" sz="1350" u="none" cap="none" strike="noStrike">
                          <a:solidFill>
                            <a:srgbClr val="FFFFFF"/>
                          </a:solidFill>
                        </a:rPr>
                        <a:t>CPM W-1</a:t>
                      </a:r>
                      <a:endParaRPr/>
                    </a:p>
                  </a:txBody>
                  <a:tcPr marT="45725" marB="45725" marR="91450" marL="91450">
                    <a:lnL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</a:tcPr>
                </a:tc>
              </a:tr>
              <a:tr h="383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0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0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0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0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0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0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0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0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2" name="reach_comments_table"/>
          <p:cNvGraphicFramePr/>
          <p:nvPr/>
        </p:nvGraphicFramePr>
        <p:xfrm>
          <a:off x="203479" y="178495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{BC5FE7B5-D642-4143-A32E-DBEB07F958B2}</a:tableStyleId>
              </a:tblPr>
              <a:tblGrid>
                <a:gridCol w="1363050"/>
                <a:gridCol w="1363050"/>
                <a:gridCol w="6033725"/>
              </a:tblGrid>
              <a:tr h="425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-FR" sz="1350" u="none" cap="none" strike="noStrike">
                          <a:solidFill>
                            <a:srgbClr val="FFFFFF"/>
                          </a:solidFill>
                        </a:rPr>
                        <a:t>Campaign</a:t>
                      </a:r>
                      <a:endParaRPr/>
                    </a:p>
                  </a:txBody>
                  <a:tcPr marT="45725" marB="45725" marR="91450" marL="91450">
                    <a:lnL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-FR" sz="1350" u="none" cap="none" strike="noStrike">
                          <a:solidFill>
                            <a:srgbClr val="FFFFFF"/>
                          </a:solidFill>
                        </a:rPr>
                        <a:t>CTRs</a:t>
                      </a:r>
                      <a:endParaRPr/>
                    </a:p>
                  </a:txBody>
                  <a:tcPr marT="45725" marB="45725" marR="91450" marL="91450">
                    <a:lnL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-FR" sz="1350" u="none" cap="none" strike="noStrike">
                          <a:solidFill>
                            <a:srgbClr val="FFFFFF"/>
                          </a:solidFill>
                        </a:rPr>
                        <a:t>Comments and recommendations</a:t>
                      </a:r>
                      <a:endParaRPr/>
                    </a:p>
                  </a:txBody>
                  <a:tcPr marT="45725" marB="45725" marR="91450" marL="91450">
                    <a:lnL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425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fr-FR" sz="1000" u="none" cap="none" strike="noStrike">
                          <a:solidFill>
                            <a:srgbClr val="FFFFFF"/>
                          </a:solidFill>
                        </a:rPr>
                        <a:t>AD/FOMO</a:t>
                      </a:r>
                      <a:endParaRPr sz="1000">
                        <a:solidFill>
                          <a:srgbClr val="FFFFFF"/>
                        </a:solidFill>
                      </a:endParaRPr>
                    </a:p>
                  </a:txBody>
                  <a:tcPr marT="45725" marB="45725" marR="91450" marL="91450">
                    <a:lnL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0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0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</a:tr>
            </a:tbl>
          </a:graphicData>
        </a:graphic>
      </p:graphicFrame>
      <p:pic>
        <p:nvPicPr>
          <p:cNvPr id="233" name="chart_reach_assets" descr="assets_reach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9399" y="2754025"/>
            <a:ext cx="8772501" cy="200925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38" name="logo_small_s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82014" y="4910138"/>
            <a:ext cx="470436" cy="106645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year_city_tag_s15"/>
          <p:cNvSpPr txBox="1"/>
          <p:nvPr/>
        </p:nvSpPr>
        <p:spPr>
          <a:xfrm>
            <a:off x="7315200" y="125851"/>
            <a:ext cx="173736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fr-FR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{{VILLE_UPPER}} {{ANNEE}}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title_slide15"/>
          <p:cNvSpPr/>
          <p:nvPr/>
        </p:nvSpPr>
        <p:spPr>
          <a:xfrm>
            <a:off x="203423" y="114650"/>
            <a:ext cx="71118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7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fr-FR" sz="2900" u="none" cap="none" strike="noStrik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Campaign review: UGC</a:t>
            </a:r>
            <a:r>
              <a:rPr b="0" i="0" lang="fr-FR" sz="29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</a:t>
            </a:r>
            <a:endParaRPr b="0" i="0" sz="2900" u="none" cap="none" strike="noStrike">
              <a:solidFill>
                <a:schemeClr val="accen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graphicFrame>
        <p:nvGraphicFramePr>
          <p:cNvPr id="241" name="ugc_kpi_summary_table"/>
          <p:cNvGraphicFramePr/>
          <p:nvPr/>
        </p:nvGraphicFramePr>
        <p:xfrm>
          <a:off x="203508" y="900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{BC5FE7B5-D642-4143-A32E-DBEB07F958B2}</a:tableStyleId>
              </a:tblPr>
              <a:tblGrid>
                <a:gridCol w="1094975"/>
                <a:gridCol w="1094975"/>
                <a:gridCol w="1094975"/>
                <a:gridCol w="1094975"/>
                <a:gridCol w="1094975"/>
                <a:gridCol w="1094975"/>
                <a:gridCol w="1094975"/>
                <a:gridCol w="1094975"/>
              </a:tblGrid>
              <a:tr h="383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-FR" sz="1350" u="none" cap="none" strike="noStrike">
                          <a:solidFill>
                            <a:srgbClr val="FFFFFF"/>
                          </a:solidFill>
                        </a:rPr>
                        <a:t>IMP W-2</a:t>
                      </a:r>
                      <a:endParaRPr/>
                    </a:p>
                  </a:txBody>
                  <a:tcPr marT="45725" marB="45725" marR="91450" marL="91450">
                    <a:lnL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-FR" sz="1350" u="none" cap="none" strike="noStrike">
                          <a:solidFill>
                            <a:srgbClr val="FFFFFF"/>
                          </a:solidFill>
                        </a:rPr>
                        <a:t>IMP W-1</a:t>
                      </a:r>
                      <a:endParaRPr/>
                    </a:p>
                  </a:txBody>
                  <a:tcPr marT="45725" marB="45725" marR="91450" marL="91450">
                    <a:lnL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-FR" sz="1350" u="none" cap="none" strike="noStrike">
                          <a:solidFill>
                            <a:srgbClr val="FFFFFF"/>
                          </a:solidFill>
                        </a:rPr>
                        <a:t>CTR W-2</a:t>
                      </a:r>
                      <a:endParaRPr/>
                    </a:p>
                  </a:txBody>
                  <a:tcPr marT="45725" marB="45725" marR="91450" marL="91450">
                    <a:lnL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-FR" sz="1350" u="none" cap="none" strike="noStrike">
                          <a:solidFill>
                            <a:srgbClr val="FFFFFF"/>
                          </a:solidFill>
                        </a:rPr>
                        <a:t>CTR W-1</a:t>
                      </a:r>
                      <a:endParaRPr/>
                    </a:p>
                  </a:txBody>
                  <a:tcPr marT="45725" marB="45725" marR="91450" marL="91450">
                    <a:lnL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-FR" sz="1350" u="none" cap="none" strike="noStrike">
                          <a:solidFill>
                            <a:srgbClr val="FFFFFF"/>
                          </a:solidFill>
                        </a:rPr>
                        <a:t>ROAS W-2</a:t>
                      </a:r>
                      <a:endParaRPr/>
                    </a:p>
                  </a:txBody>
                  <a:tcPr marT="45725" marB="45725" marR="91450" marL="91450">
                    <a:lnL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-FR" sz="1350" u="none" cap="none" strike="noStrike">
                          <a:solidFill>
                            <a:srgbClr val="FFFFFF"/>
                          </a:solidFill>
                        </a:rPr>
                        <a:t>ROAS W-1</a:t>
                      </a:r>
                      <a:endParaRPr/>
                    </a:p>
                  </a:txBody>
                  <a:tcPr marT="45725" marB="45725" marR="91450" marL="91450">
                    <a:lnL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-FR" sz="1350" u="none" cap="none" strike="noStrike">
                          <a:solidFill>
                            <a:srgbClr val="FFFFFF"/>
                          </a:solidFill>
                        </a:rPr>
                        <a:t>CPM W-2</a:t>
                      </a:r>
                      <a:endParaRPr/>
                    </a:p>
                  </a:txBody>
                  <a:tcPr marT="45725" marB="45725" marR="91450" marL="91450">
                    <a:lnL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-FR" sz="1350" u="none" cap="none" strike="noStrike">
                          <a:solidFill>
                            <a:srgbClr val="FFFFFF"/>
                          </a:solidFill>
                        </a:rPr>
                        <a:t>CPM W-1</a:t>
                      </a:r>
                      <a:endParaRPr/>
                    </a:p>
                  </a:txBody>
                  <a:tcPr marT="45725" marB="45725" marR="91450" marL="91450">
                    <a:lnL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</a:tcPr>
                </a:tc>
              </a:tr>
              <a:tr h="383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0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0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0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0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0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0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0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0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</a:tr>
            </a:tbl>
          </a:graphicData>
        </a:graphic>
      </p:graphicFrame>
      <p:pic>
        <p:nvPicPr>
          <p:cNvPr id="243" name="chart_ugc_assets" descr="assets_reach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9399" y="2754025"/>
            <a:ext cx="8772501" cy="2009250"/>
          </a:xfrm>
          <a:prstGeom prst="rect">
            <a:avLst/>
          </a:prstGeom>
        </p:spPr>
      </p:pic>
      <p:graphicFrame>
        <p:nvGraphicFramePr>
          <p:cNvPr id="251" name="ugc_comments_table"/>
          <p:cNvGraphicFramePr/>
          <p:nvPr/>
        </p:nvGraphicFramePr>
        <p:xfrm>
          <a:off x="203911" y="178495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{BC5FE7B5-D642-4143-A32E-DBEB07F958B2}</a:tableStyleId>
              </a:tblPr>
              <a:tblGrid>
                <a:gridCol w="1179525"/>
                <a:gridCol w="1179525"/>
                <a:gridCol w="1179525"/>
                <a:gridCol w="5221275"/>
              </a:tblGrid>
              <a:tr h="425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-FR" sz="1350" u="none" cap="none" strike="noStrike">
                          <a:solidFill>
                            <a:srgbClr val="FFFFFF"/>
                          </a:solidFill>
                        </a:rPr>
                        <a:t>Campaign</a:t>
                      </a:r>
                      <a:endParaRPr/>
                    </a:p>
                  </a:txBody>
                  <a:tcPr marT="45725" marB="45725" marR="91450" marL="91450">
                    <a:lnL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-FR" sz="1350" u="none" cap="none" strike="noStrike">
                          <a:solidFill>
                            <a:srgbClr val="FFFFFF"/>
                          </a:solidFill>
                        </a:rPr>
                        <a:t>CTRs</a:t>
                      </a:r>
                      <a:endParaRPr/>
                    </a:p>
                  </a:txBody>
                  <a:tcPr marT="45725" marB="45725" marR="91450" marL="91450">
                    <a:lnL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b="1" lang="fr-FR" sz="1350">
                          <a:solidFill>
                            <a:srgbClr val="FFFFFF"/>
                          </a:solidFill>
                        </a:rPr>
                        <a:t>ROAS</a:t>
                      </a:r>
                      <a:endParaRPr b="1" sz="135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45725" marB="45725" marR="91450" marL="91450">
                    <a:lnL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-FR" sz="1350" u="none" cap="none" strike="noStrike">
                          <a:solidFill>
                            <a:srgbClr val="FFFFFF"/>
                          </a:solidFill>
                        </a:rPr>
                        <a:t>Comments and recommendations</a:t>
                      </a:r>
                      <a:endParaRPr/>
                    </a:p>
                  </a:txBody>
                  <a:tcPr marT="45725" marB="45725" marR="91450" marL="91450">
                    <a:lnL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425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>
                          <a:solidFill>
                            <a:srgbClr val="FFFFFF"/>
                          </a:solidFill>
                        </a:rPr>
                        <a:t>UGC</a:t>
                      </a:r>
                      <a:endParaRPr sz="1000">
                        <a:solidFill>
                          <a:srgbClr val="FFFFFF"/>
                        </a:solidFill>
                      </a:endParaRPr>
                    </a:p>
                  </a:txBody>
                  <a:tcPr marT="45725" marB="45725" marR="91450" marL="91450">
                    <a:lnL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0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0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0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48" name="logo_small_s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82014" y="4910138"/>
            <a:ext cx="470436" cy="106645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year_city_tag_s16"/>
          <p:cNvSpPr txBox="1"/>
          <p:nvPr/>
        </p:nvSpPr>
        <p:spPr>
          <a:xfrm>
            <a:off x="7315200" y="125851"/>
            <a:ext cx="173736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fr-FR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{{VILLE_UPPER}} {{ANNEE}}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title_slide16"/>
          <p:cNvSpPr/>
          <p:nvPr/>
        </p:nvSpPr>
        <p:spPr>
          <a:xfrm>
            <a:off x="203423" y="114650"/>
            <a:ext cx="71118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7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fr-FR" sz="2900" u="none" cap="none" strike="noStrik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Campaign review: ADE</a:t>
            </a:r>
            <a:r>
              <a:rPr b="0" i="0" lang="fr-FR" sz="29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</a:t>
            </a:r>
            <a:endParaRPr b="0" i="0" sz="2900" u="none" cap="none" strike="noStrike">
              <a:solidFill>
                <a:schemeClr val="accen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graphicFrame>
        <p:nvGraphicFramePr>
          <p:cNvPr id="251" name="ade_comments_table"/>
          <p:cNvGraphicFramePr/>
          <p:nvPr/>
        </p:nvGraphicFramePr>
        <p:xfrm>
          <a:off x="203479" y="90013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{BC5FE7B5-D642-4143-A32E-DBEB07F958B2}</a:tableStyleId>
              </a:tblPr>
              <a:tblGrid>
                <a:gridCol w="1179525"/>
                <a:gridCol w="1179525"/>
                <a:gridCol w="1179525"/>
                <a:gridCol w="5221275"/>
              </a:tblGrid>
              <a:tr h="425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-FR" sz="1350" u="none" cap="none" strike="noStrike">
                          <a:solidFill>
                            <a:srgbClr val="FFFFFF"/>
                          </a:solidFill>
                        </a:rPr>
                        <a:t>Campaign</a:t>
                      </a:r>
                      <a:endParaRPr/>
                    </a:p>
                  </a:txBody>
                  <a:tcPr marT="45725" marB="45725" marR="91450" marL="91450">
                    <a:lnL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-FR" sz="1350" u="none" cap="none" strike="noStrike">
                          <a:solidFill>
                            <a:srgbClr val="FFFFFF"/>
                          </a:solidFill>
                        </a:rPr>
                        <a:t>CTRs</a:t>
                      </a:r>
                      <a:endParaRPr/>
                    </a:p>
                  </a:txBody>
                  <a:tcPr marT="45725" marB="45725" marR="91450" marL="91450">
                    <a:lnL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b="1" lang="fr-FR" sz="1350">
                          <a:solidFill>
                            <a:srgbClr val="FFFFFF"/>
                          </a:solidFill>
                        </a:rPr>
                        <a:t>ROAS</a:t>
                      </a:r>
                      <a:endParaRPr b="1" sz="135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45725" marB="45725" marR="91450" marL="91450">
                    <a:lnL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-FR" sz="1350" u="none" cap="none" strike="noStrike">
                          <a:solidFill>
                            <a:srgbClr val="FFFFFF"/>
                          </a:solidFill>
                        </a:rPr>
                        <a:t>Comments and recommendations</a:t>
                      </a:r>
                      <a:endParaRPr/>
                    </a:p>
                  </a:txBody>
                  <a:tcPr marT="45725" marB="45725" marR="91450" marL="91450">
                    <a:lnL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425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>
                          <a:solidFill>
                            <a:srgbClr val="FFFFFF"/>
                          </a:solidFill>
                        </a:rPr>
                        <a:t>ADE</a:t>
                      </a:r>
                      <a:endParaRPr sz="1000">
                        <a:solidFill>
                          <a:srgbClr val="FFFFFF"/>
                        </a:solidFill>
                      </a:endParaRPr>
                    </a:p>
                  </a:txBody>
                  <a:tcPr marT="45725" marB="45725" marR="91450" marL="91450">
                    <a:lnL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0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0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0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</a:tr>
            </a:tbl>
          </a:graphicData>
        </a:graphic>
      </p:graphicFrame>
      <p:pic>
        <p:nvPicPr>
          <p:cNvPr id="252" name="chart_ade_assets" descr="assets_ad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9400" y="1926375"/>
            <a:ext cx="8772501" cy="28369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57" name="logo_small_s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82014" y="4910138"/>
            <a:ext cx="470436" cy="106645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year_city_tag_s17"/>
          <p:cNvSpPr txBox="1"/>
          <p:nvPr/>
        </p:nvSpPr>
        <p:spPr>
          <a:xfrm>
            <a:off x="7315200" y="125851"/>
            <a:ext cx="173736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fr-FR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{{VILLE_UPPER}} {{ANNEE}}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title_slide17"/>
          <p:cNvSpPr/>
          <p:nvPr/>
        </p:nvSpPr>
        <p:spPr>
          <a:xfrm>
            <a:off x="203423" y="114650"/>
            <a:ext cx="71118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7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fr-FR" sz="2900" u="none" cap="none" strike="noStrik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Campaign review: RMKT</a:t>
            </a:r>
            <a:r>
              <a:rPr b="0" i="0" lang="fr-FR" sz="29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</a:t>
            </a:r>
            <a:endParaRPr b="0" i="0" sz="2900" u="none" cap="none" strike="noStrike">
              <a:solidFill>
                <a:schemeClr val="accen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graphicFrame>
        <p:nvGraphicFramePr>
          <p:cNvPr id="260" name="rmkt_comments_table"/>
          <p:cNvGraphicFramePr/>
          <p:nvPr/>
        </p:nvGraphicFramePr>
        <p:xfrm>
          <a:off x="203479" y="90013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{BC5FE7B5-D642-4143-A32E-DBEB07F958B2}</a:tableStyleId>
              </a:tblPr>
              <a:tblGrid>
                <a:gridCol w="1179525"/>
                <a:gridCol w="1179525"/>
                <a:gridCol w="1179525"/>
                <a:gridCol w="5221275"/>
              </a:tblGrid>
              <a:tr h="425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-FR" sz="1350" u="none" cap="none" strike="noStrike">
                          <a:solidFill>
                            <a:srgbClr val="FFFFFF"/>
                          </a:solidFill>
                        </a:rPr>
                        <a:t>Campaign</a:t>
                      </a:r>
                      <a:endParaRPr/>
                    </a:p>
                  </a:txBody>
                  <a:tcPr marT="45725" marB="45725" marR="91450" marL="91450">
                    <a:lnL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-FR" sz="1350" u="none" cap="none" strike="noStrike">
                          <a:solidFill>
                            <a:srgbClr val="FFFFFF"/>
                          </a:solidFill>
                        </a:rPr>
                        <a:t>CTRs</a:t>
                      </a:r>
                      <a:endParaRPr/>
                    </a:p>
                  </a:txBody>
                  <a:tcPr marT="45725" marB="45725" marR="91450" marL="91450">
                    <a:lnL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-FR" sz="1350">
                          <a:solidFill>
                            <a:srgbClr val="FFFFFF"/>
                          </a:solidFill>
                        </a:rPr>
                        <a:t>ROAS</a:t>
                      </a:r>
                      <a:endParaRPr b="1" sz="135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45725" marB="45725" marR="91450" marL="91450">
                    <a:lnL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-FR" sz="1350" u="none" cap="none" strike="noStrike">
                          <a:solidFill>
                            <a:srgbClr val="FFFFFF"/>
                          </a:solidFill>
                        </a:rPr>
                        <a:t>Comments and recommendations</a:t>
                      </a:r>
                      <a:endParaRPr/>
                    </a:p>
                  </a:txBody>
                  <a:tcPr marT="45725" marB="45725" marR="91450" marL="91450">
                    <a:lnL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425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000">
                          <a:solidFill>
                            <a:srgbClr val="FFFFFF"/>
                          </a:solidFill>
                        </a:rPr>
                        <a:t>RMKT</a:t>
                      </a:r>
                      <a:endParaRPr sz="1000">
                        <a:solidFill>
                          <a:srgbClr val="FFFFFF"/>
                        </a:solidFill>
                      </a:endParaRPr>
                    </a:p>
                  </a:txBody>
                  <a:tcPr marT="45725" marB="45725" marR="91450" marL="91450">
                    <a:lnL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0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0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0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</a:tr>
            </a:tbl>
          </a:graphicData>
        </a:graphic>
      </p:graphicFrame>
      <p:pic>
        <p:nvPicPr>
          <p:cNvPr id="261" name="chart_rmkt_assets" descr="assets_ad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9400" y="1926375"/>
            <a:ext cx="8772501" cy="28369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66" name="logo_small_s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82014" y="4910138"/>
            <a:ext cx="470436" cy="106645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year_city_tag_s18"/>
          <p:cNvSpPr txBox="1"/>
          <p:nvPr/>
        </p:nvSpPr>
        <p:spPr>
          <a:xfrm>
            <a:off x="7315200" y="125851"/>
            <a:ext cx="173736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fr-FR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{{VILLE_UPPER}} {{ANNEE}}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title_slide18"/>
          <p:cNvSpPr/>
          <p:nvPr/>
        </p:nvSpPr>
        <p:spPr>
          <a:xfrm>
            <a:off x="203423" y="114650"/>
            <a:ext cx="71118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7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fr-FR" sz="2900" u="none" cap="none" strike="noStrik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Campaign review: TOURIST FR &amp; EN</a:t>
            </a:r>
            <a:r>
              <a:rPr b="0" i="0" lang="fr-FR" sz="29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</a:t>
            </a:r>
            <a:endParaRPr b="0" i="0" sz="2900" u="none" cap="none" strike="noStrike">
              <a:solidFill>
                <a:schemeClr val="accen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graphicFrame>
        <p:nvGraphicFramePr>
          <p:cNvPr id="270" name="tourist_fr_comments_table"/>
          <p:cNvGraphicFramePr/>
          <p:nvPr/>
        </p:nvGraphicFramePr>
        <p:xfrm>
          <a:off x="203479" y="822960"/>
          <a:ext cx="3000000" cy="786384"/>
        </p:xfrm>
        <a:graphic>
          <a:graphicData uri="http://schemas.openxmlformats.org/drawingml/2006/table">
            <a:tbl>
              <a:tblPr>
                <a:noFill/>
                <a:tableStyleId>{BC5FE7B5-D642-4143-A32E-DBEB07F958B2}</a:tableStyleId>
              </a:tblPr>
              <a:tblGrid>
                <a:gridCol w="1179525"/>
                <a:gridCol w="1179525"/>
                <a:gridCol w="1179525"/>
                <a:gridCol w="5221275"/>
              </a:tblGrid>
              <a:tr h="329184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-FR" sz="1350" u="none" cap="none" strike="noStrike">
                          <a:solidFill>
                            <a:srgbClr val="FFFFFF"/>
                          </a:solidFill>
                        </a:rPr>
                        <a:t>Campaign</a:t>
                      </a:r>
                      <a:endParaRPr/>
                    </a:p>
                  </a:txBody>
                  <a:tcPr marT="45725" marB="45725" marR="91450" marL="91450">
                    <a:lnL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-FR" sz="1350" u="none" cap="none" strike="noStrike">
                          <a:solidFill>
                            <a:srgbClr val="FFFFFF"/>
                          </a:solidFill>
                        </a:rPr>
                        <a:t>CTRs</a:t>
                      </a:r>
                      <a:endParaRPr/>
                    </a:p>
                  </a:txBody>
                  <a:tcPr marT="45725" marB="45725" marR="91450" marL="91450">
                    <a:lnL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-FR" sz="1350">
                          <a:solidFill>
                            <a:srgbClr val="FFFFFF"/>
                          </a:solidFill>
                        </a:rPr>
                        <a:t>ROAS</a:t>
                      </a:r>
                      <a:endParaRPr b="1" sz="135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45725" marB="45725" marR="91450" marL="91450">
                    <a:lnL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-FR" sz="1350" u="none" cap="none" strike="noStrike">
                          <a:solidFill>
                            <a:srgbClr val="FFFFFF"/>
                          </a:solidFill>
                        </a:rPr>
                        <a:t>Comments and recommendations</a:t>
                      </a:r>
                      <a:endParaRPr/>
                    </a:p>
                  </a:txBody>
                  <a:tcPr marT="45725" marB="45725" marR="91450" marL="91450">
                    <a:lnL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None/>
                      </a:pPr>
                      <a:r>
                        <a:rPr lang="fr-FR" sz="1000">
                          <a:solidFill>
                            <a:srgbClr val="FFFFFF"/>
                          </a:solidFill>
                        </a:rPr>
                        <a:t>TOURIST FR</a:t>
                      </a:r>
                      <a:endParaRPr sz="1000">
                        <a:solidFill>
                          <a:srgbClr val="FFFFFF"/>
                        </a:solidFill>
                      </a:endParaRPr>
                    </a:p>
                  </a:txBody>
                  <a:tcPr marT="45725" marB="45725" marR="91450" marL="91450">
                    <a:lnL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0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0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0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71" name="tourist_en_comments_table"/>
          <p:cNvGraphicFramePr/>
          <p:nvPr/>
        </p:nvGraphicFramePr>
        <p:xfrm>
          <a:off x="203479" y="2871216"/>
          <a:ext cx="3000000" cy="786384"/>
        </p:xfrm>
        <a:graphic>
          <a:graphicData uri="http://schemas.openxmlformats.org/drawingml/2006/table">
            <a:tbl>
              <a:tblPr>
                <a:noFill/>
                <a:tableStyleId>{BC5FE7B5-D642-4143-A32E-DBEB07F958B2}</a:tableStyleId>
              </a:tblPr>
              <a:tblGrid>
                <a:gridCol w="1178000"/>
                <a:gridCol w="1178000"/>
                <a:gridCol w="1178000"/>
                <a:gridCol w="5214475"/>
              </a:tblGrid>
              <a:tr h="329184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-FR" sz="1350" u="none" cap="none" strike="noStrike">
                          <a:solidFill>
                            <a:srgbClr val="FFFFFF"/>
                          </a:solidFill>
                        </a:rPr>
                        <a:t>Campaign</a:t>
                      </a:r>
                      <a:endParaRPr/>
                    </a:p>
                  </a:txBody>
                  <a:tcPr marT="45725" marB="45725" marR="91450" marL="91450">
                    <a:lnL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-FR" sz="1350" u="none" cap="none" strike="noStrike">
                          <a:solidFill>
                            <a:srgbClr val="FFFFFF"/>
                          </a:solidFill>
                        </a:rPr>
                        <a:t>CTRs</a:t>
                      </a:r>
                      <a:endParaRPr/>
                    </a:p>
                  </a:txBody>
                  <a:tcPr marT="45725" marB="45725" marR="91450" marL="91450">
                    <a:lnL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-FR" sz="1350">
                          <a:solidFill>
                            <a:srgbClr val="FFFFFF"/>
                          </a:solidFill>
                        </a:rPr>
                        <a:t>ROAS</a:t>
                      </a:r>
                      <a:endParaRPr b="1" sz="135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45725" marB="45725" marR="91450" marL="91450">
                    <a:lnL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fr-FR" sz="1350" u="none" cap="none" strike="noStrike">
                          <a:solidFill>
                            <a:srgbClr val="FFFFFF"/>
                          </a:solidFill>
                        </a:rPr>
                        <a:t>Comments and recommendations</a:t>
                      </a:r>
                      <a:endParaRPr/>
                    </a:p>
                  </a:txBody>
                  <a:tcPr marT="45725" marB="45725" marR="91450" marL="91450">
                    <a:lnL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None/>
                      </a:pPr>
                      <a:r>
                        <a:rPr lang="fr-FR" sz="1000">
                          <a:solidFill>
                            <a:srgbClr val="FFFFFF"/>
                          </a:solidFill>
                        </a:rPr>
                        <a:t>TOURIST EN</a:t>
                      </a:r>
                      <a:endParaRPr sz="1000">
                        <a:solidFill>
                          <a:srgbClr val="FFFFFF"/>
                        </a:solidFill>
                      </a:endParaRPr>
                    </a:p>
                  </a:txBody>
                  <a:tcPr marT="45725" marB="45725" marR="91450" marL="91450">
                    <a:lnL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0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0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0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>
                    <a:lnL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</a:tr>
            </a:tbl>
          </a:graphicData>
        </a:graphic>
      </p:graphicFrame>
      <p:pic>
        <p:nvPicPr>
          <p:cNvPr id="274" name="chart_tourist_fr_assets" descr="assets_tourist_f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2024" y="1664208"/>
            <a:ext cx="8759952" cy="1152144"/>
          </a:xfrm>
          <a:prstGeom prst="rect">
            <a:avLst/>
          </a:prstGeom>
        </p:spPr>
      </p:pic>
      <p:pic>
        <p:nvPicPr>
          <p:cNvPr id="275" name="chart_tourist_en_assets" descr="assets_tourist_f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2024" y="3712463"/>
            <a:ext cx="8759952" cy="1152144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77" name="bg_divider_s19"/>
          <p:cNvPicPr preferRelativeResize="0"/>
          <p:nvPr/>
        </p:nvPicPr>
        <p:blipFill rotWithShape="1">
          <a:blip r:embed="rId3">
            <a:alphaModFix/>
          </a:blip>
          <a:srcRect b="552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18"/>
          <p:cNvSpPr/>
          <p:nvPr/>
        </p:nvSpPr>
        <p:spPr>
          <a:xfrm>
            <a:off x="609600" y="2064544"/>
            <a:ext cx="5715000" cy="10191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title_slide19"/>
          <p:cNvSpPr/>
          <p:nvPr/>
        </p:nvSpPr>
        <p:spPr>
          <a:xfrm>
            <a:off x="609600" y="2064544"/>
            <a:ext cx="5715000" cy="666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84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0"/>
              <a:buFont typeface="Century Gothic"/>
              <a:buNone/>
            </a:pPr>
            <a:r>
              <a:rPr b="0" i="0" lang="fr-FR" sz="4500" u="none" cap="none" strike="noStrik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Action Plan</a:t>
            </a:r>
            <a:endParaRPr b="0" i="0" sz="4988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descr="preencoded.png" id="280" name="logo_small_s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82014" y="4910138"/>
            <a:ext cx="470432" cy="1066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85" name="logo_small_s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82014" y="4910138"/>
            <a:ext cx="470436" cy="106645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year_city_tag_s20"/>
          <p:cNvSpPr txBox="1"/>
          <p:nvPr/>
        </p:nvSpPr>
        <p:spPr>
          <a:xfrm>
            <a:off x="7315200" y="125851"/>
            <a:ext cx="173736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fr-FR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{{VILLE_UPPER}} {{ANNEE}}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title_slide20"/>
          <p:cNvSpPr/>
          <p:nvPr/>
        </p:nvSpPr>
        <p:spPr>
          <a:xfrm>
            <a:off x="203423" y="114650"/>
            <a:ext cx="71118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7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fr-FR" sz="2900" u="none" cap="none" strike="noStrik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To do for next week</a:t>
            </a:r>
            <a:r>
              <a:rPr b="0" i="0" lang="fr-FR" sz="2900" u="none" cap="none" strike="noStrik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</a:t>
            </a:r>
            <a:endParaRPr b="0" i="0" sz="2900" u="none" cap="none" strike="noStrike">
              <a:solidFill>
                <a:schemeClr val="accen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graphicFrame>
        <p:nvGraphicFramePr>
          <p:cNvPr id="288" name="actionplan_table"/>
          <p:cNvGraphicFramePr/>
          <p:nvPr/>
        </p:nvGraphicFramePr>
        <p:xfrm>
          <a:off x="719171" y="157097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{51508A8C-3D6C-4854-AF50-C2E8CE608607}</a:tableStyleId>
              </a:tblPr>
              <a:tblGrid>
                <a:gridCol w="2889475"/>
                <a:gridCol w="1605400"/>
                <a:gridCol w="1605400"/>
                <a:gridCol w="1605400"/>
              </a:tblGrid>
              <a:tr h="499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fr-FR" sz="1350" u="none" cap="none" strike="noStrike">
                          <a:solidFill>
                            <a:srgbClr val="FFFFFF"/>
                          </a:solidFill>
                        </a:rPr>
                        <a:t>Actions</a:t>
                      </a:r>
                      <a:endParaRPr sz="135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45725" marB="45725" marR="91450" marL="91450">
                    <a:lnL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fr-FR" sz="1350">
                          <a:solidFill>
                            <a:srgbClr val="FFFFFF"/>
                          </a:solidFill>
                        </a:rPr>
                        <a:t>To be d</a:t>
                      </a:r>
                      <a:r>
                        <a:rPr lang="fr-FR" sz="1350" u="none" cap="none" strike="noStrike">
                          <a:solidFill>
                            <a:srgbClr val="FFFFFF"/>
                          </a:solidFill>
                        </a:rPr>
                        <a:t>one by Lotchi</a:t>
                      </a:r>
                      <a:endParaRPr sz="135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45725" marB="45725" marR="91450" marL="91450">
                    <a:lnL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fr-FR" sz="1350">
                          <a:solidFill>
                            <a:srgbClr val="FFFFFF"/>
                          </a:solidFill>
                        </a:rPr>
                        <a:t>To be done</a:t>
                      </a:r>
                      <a:r>
                        <a:rPr lang="fr-FR" sz="1350" u="none" cap="none" strike="noStrike">
                          <a:solidFill>
                            <a:srgbClr val="FFFFFF"/>
                          </a:solidFill>
                        </a:rPr>
                        <a:t> by Fever</a:t>
                      </a:r>
                      <a:endParaRPr sz="135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45725" marB="45725" marR="91450" marL="91450">
                    <a:lnL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rPr lang="fr-FR" sz="1350">
                          <a:solidFill>
                            <a:srgbClr val="FFFFFF"/>
                          </a:solidFill>
                        </a:rPr>
                        <a:t>Deadline</a:t>
                      </a:r>
                      <a:endParaRPr sz="135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45725" marB="45725" marR="91450" marL="91450">
                    <a:lnL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4200"/>
                    </a:solidFill>
                  </a:tcPr>
                </a:tc>
              </a:tr>
              <a:tr h="499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45725" marB="45725" marR="91450" marL="91450">
                    <a:lnL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45725" marB="45725" marR="91450" marL="91450">
                    <a:lnL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45725" marB="45725" marR="91450" marL="91450">
                    <a:lnL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45725" marB="45725" marR="91450" marL="91450">
                    <a:lnL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</a:tr>
              <a:tr h="499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45725" marB="45725" marR="91450" marL="91450">
                    <a:lnL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45725" marB="45725" marR="91450" marL="91450">
                    <a:lnL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45725" marB="45725" marR="91450" marL="91450">
                    <a:lnL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45725" marB="45725" marR="91450" marL="91450">
                    <a:lnL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</a:tr>
              <a:tr h="4995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45725" marB="45725" marR="91450" marL="91450">
                    <a:lnL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45725" marB="45725" marR="91450" marL="91450">
                    <a:lnL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45725" marB="45725" marR="91450" marL="91450">
                    <a:lnL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solidFill>
                          <a:srgbClr val="FFFFFF"/>
                        </a:solidFill>
                      </a:endParaRPr>
                    </a:p>
                  </a:txBody>
                  <a:tcPr marT="45725" marB="45725" marR="91450" marL="91450">
                    <a:lnL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93" name="bg_divider_s21"/>
          <p:cNvPicPr preferRelativeResize="0"/>
          <p:nvPr/>
        </p:nvPicPr>
        <p:blipFill rotWithShape="1">
          <a:blip r:embed="rId3">
            <a:alphaModFix/>
          </a:blip>
          <a:srcRect b="552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20"/>
          <p:cNvSpPr/>
          <p:nvPr/>
        </p:nvSpPr>
        <p:spPr>
          <a:xfrm>
            <a:off x="609600" y="2064544"/>
            <a:ext cx="5715000" cy="10191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title_slide21"/>
          <p:cNvSpPr/>
          <p:nvPr/>
        </p:nvSpPr>
        <p:spPr>
          <a:xfrm>
            <a:off x="609600" y="2064544"/>
            <a:ext cx="5715000" cy="666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84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500"/>
              <a:buFont typeface="Century Gothic"/>
              <a:buNone/>
            </a:pPr>
            <a:r>
              <a:rPr b="0" i="0" lang="fr-FR" sz="4500" u="none" cap="none" strike="noStrik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Merci</a:t>
            </a:r>
            <a:endParaRPr b="0" i="0" sz="4988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descr="preencoded.png" id="296" name="logo_small_s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82014" y="4910138"/>
            <a:ext cx="470432" cy="1066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hème Office 2013 – 2022">
  <a:themeElements>
    <a:clrScheme name="Personnalisé 2">
      <a:dk1>
        <a:srgbClr val="000000"/>
      </a:dk1>
      <a:lt1>
        <a:srgbClr val="F2F2F2"/>
      </a:lt1>
      <a:dk2>
        <a:srgbClr val="000000"/>
      </a:dk2>
      <a:lt2>
        <a:srgbClr val="E7E6E6"/>
      </a:lt2>
      <a:accent1>
        <a:srgbClr val="FF4200"/>
      </a:accent1>
      <a:accent2>
        <a:srgbClr val="0563C1"/>
      </a:accent2>
      <a:accent3>
        <a:srgbClr val="FF0168"/>
      </a:accent3>
      <a:accent4>
        <a:srgbClr val="FF8357"/>
      </a:accent4>
      <a:accent5>
        <a:srgbClr val="D8D8D8"/>
      </a:accent5>
      <a:accent6>
        <a:srgbClr val="94C8EC"/>
      </a:accent6>
      <a:hlink>
        <a:srgbClr val="0563C1"/>
      </a:hlink>
      <a:folHlink>
        <a:srgbClr val="79797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2026-03-10T16:18:39Z</dcterms:created>
  <dc:creator>PptxGenJS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0x01010014417319B8E56D43A37A19A9471A388B</vt:lpwstr>
  </property>
  <property fmtid="{D5CDD505-2E9C-101B-9397-08002B2CF9AE}" pid="3" name="Order">
    <vt:r8>52400.0</vt:r8>
  </property>
  <property fmtid="{D5CDD505-2E9C-101B-9397-08002B2CF9AE}" pid="4" name="TriggerFlowInfo">
    <vt:lpwstr/>
  </property>
  <property fmtid="{D5CDD505-2E9C-101B-9397-08002B2CF9AE}" pid="5" name="_SourceUrl">
    <vt:lpwstr/>
  </property>
  <property fmtid="{D5CDD505-2E9C-101B-9397-08002B2CF9AE}" pid="6" name="_SharedFileIndex">
    <vt:lpwstr/>
  </property>
  <property fmtid="{D5CDD505-2E9C-101B-9397-08002B2CF9AE}" pid="7" name="ComplianceAssetId">
    <vt:lpwstr/>
  </property>
  <property fmtid="{D5CDD505-2E9C-101B-9397-08002B2CF9AE}" pid="8" name="_activity">
    <vt:lpwstr>{"FileActivityType":"9","FileActivityTimeStamp":"2026-03-17T17:58:10.490Z","FileActivityUsersOnPage":[{"DisplayName":"Sofia GENTILOZZI","Id":"sofia.gentilozzi@lotchi.live"}],"FileActivityNavigationId":null}</vt:lpwstr>
  </property>
  <property fmtid="{D5CDD505-2E9C-101B-9397-08002B2CF9AE}" pid="9" name="_ExtendedDescription">
    <vt:lpwstr/>
  </property>
  <property fmtid="{D5CDD505-2E9C-101B-9397-08002B2CF9AE}" pid="10" name="MediaServiceImageTags">
    <vt:lpwstr/>
  </property>
</Properties>
</file>